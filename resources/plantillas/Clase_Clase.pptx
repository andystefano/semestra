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5"/>
  </p:notesMasterIdLst>
  <p:sldIdLst>
    <p:sldId id="398" r:id="rId2"/>
    <p:sldId id="619" r:id="rId3"/>
    <p:sldId id="435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6B163-901A-40DB-96D9-4921DA6FDE61}" v="3" dt="2026-08-08T21:58:22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8" autoAdjust="0"/>
    <p:restoredTop sz="62353" autoAdjust="0"/>
  </p:normalViewPr>
  <p:slideViewPr>
    <p:cSldViewPr snapToGrid="0">
      <p:cViewPr varScale="1">
        <p:scale>
          <a:sx n="51" d="100"/>
          <a:sy n="51" d="100"/>
        </p:scale>
        <p:origin x="16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y Hormazabal Budin" userId="1fd788182e78c07b" providerId="LiveId" clId="{3B8023F6-9503-44C6-8B8A-20E31B0A62D0}"/>
    <pc:docChg chg="undo custSel addSld delSld modSld sldOrd">
      <pc:chgData name="Andy Hormazabal Budin" userId="1fd788182e78c07b" providerId="LiveId" clId="{3B8023F6-9503-44C6-8B8A-20E31B0A62D0}" dt="2026-08-08T22:11:13.632" v="4461"/>
      <pc:docMkLst>
        <pc:docMk/>
      </pc:docMkLst>
      <pc:sldChg chg="modSp del mod">
        <pc:chgData name="Andy Hormazabal Budin" userId="1fd788182e78c07b" providerId="LiveId" clId="{3B8023F6-9503-44C6-8B8A-20E31B0A62D0}" dt="2026-08-08T21:59:52.401" v="4367"/>
        <pc:sldMkLst>
          <pc:docMk/>
          <pc:sldMk cId="0" sldId="271"/>
        </pc:sldMkLst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3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4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7T06:44:12.238" v="3529" actId="1036"/>
          <ac:spMkLst>
            <pc:docMk/>
            <pc:sldMk cId="0" sldId="271"/>
            <ac:spMk id="41" creationId="{00000000-0000-0000-0000-000000000000}"/>
          </ac:spMkLst>
        </pc:spChg>
      </pc:sldChg>
      <pc:sldChg chg="addSp delSp modSp mod">
        <pc:chgData name="Andy Hormazabal Budin" userId="1fd788182e78c07b" providerId="LiveId" clId="{3B8023F6-9503-44C6-8B8A-20E31B0A62D0}" dt="2026-08-07T05:58:23.616" v="3505" actId="478"/>
        <pc:sldMkLst>
          <pc:docMk/>
          <pc:sldMk cId="2436783657" sldId="271"/>
        </pc:sldMkLst>
        <pc:spChg chg="del">
          <ac:chgData name="Andy Hormazabal Budin" userId="1fd788182e78c07b" providerId="LiveId" clId="{3B8023F6-9503-44C6-8B8A-20E31B0A62D0}" dt="2026-08-07T05:58:23.616" v="3505" actId="478"/>
          <ac:spMkLst>
            <pc:docMk/>
            <pc:sldMk cId="2436783657" sldId="271"/>
            <ac:spMk id="2" creationId="{00000000-0000-0000-0000-000000000000}"/>
          </ac:spMkLst>
        </pc:spChg>
        <pc:spChg chg="add del mod">
          <ac:chgData name="Andy Hormazabal Budin" userId="1fd788182e78c07b" providerId="LiveId" clId="{3B8023F6-9503-44C6-8B8A-20E31B0A62D0}" dt="2026-08-07T05:58:23.616" v="3505" actId="478"/>
          <ac:spMkLst>
            <pc:docMk/>
            <pc:sldMk cId="2436783657" sldId="271"/>
            <ac:spMk id="3" creationId="{A4246B71-E640-4A9D-A38F-4D1637F42A5D}"/>
          </ac:spMkLst>
        </pc:spChg>
        <pc:spChg chg="add del mod">
          <ac:chgData name="Andy Hormazabal Budin" userId="1fd788182e78c07b" providerId="LiveId" clId="{3B8023F6-9503-44C6-8B8A-20E31B0A62D0}" dt="2026-08-07T05:58:23.616" v="3505" actId="478"/>
          <ac:spMkLst>
            <pc:docMk/>
            <pc:sldMk cId="2436783657" sldId="271"/>
            <ac:spMk id="4" creationId="{CE9652E3-E5EF-4F58-B243-14D239D42D00}"/>
          </ac:spMkLst>
        </pc:spChg>
        <pc:spChg chg="del">
          <ac:chgData name="Andy Hormazabal Budin" userId="1fd788182e78c07b" providerId="LiveId" clId="{3B8023F6-9503-44C6-8B8A-20E31B0A62D0}" dt="2026-08-07T05:58:23.616" v="3505" actId="478"/>
          <ac:spMkLst>
            <pc:docMk/>
            <pc:sldMk cId="2436783657" sldId="271"/>
            <ac:spMk id="9" creationId="{00000000-0000-0000-0000-000000000000}"/>
          </ac:spMkLst>
        </pc:spChg>
      </pc:sldChg>
      <pc:sldChg chg="addSp modSp del mod">
        <pc:chgData name="Andy Hormazabal Budin" userId="1fd788182e78c07b" providerId="LiveId" clId="{3B8023F6-9503-44C6-8B8A-20E31B0A62D0}" dt="2026-08-07T05:58:13.860" v="3504" actId="47"/>
        <pc:sldMkLst>
          <pc:docMk/>
          <pc:sldMk cId="898038769" sldId="272"/>
        </pc:sldMkLst>
      </pc:sldChg>
      <pc:sldChg chg="addSp modSp del mod">
        <pc:chgData name="Andy Hormazabal Budin" userId="1fd788182e78c07b" providerId="LiveId" clId="{3B8023F6-9503-44C6-8B8A-20E31B0A62D0}" dt="2026-08-07T05:58:13.860" v="3504" actId="47"/>
        <pc:sldMkLst>
          <pc:docMk/>
          <pc:sldMk cId="3914851486" sldId="273"/>
        </pc:sldMkLst>
      </pc:sldChg>
      <pc:sldChg chg="addSp modSp del mod ord">
        <pc:chgData name="Andy Hormazabal Budin" userId="1fd788182e78c07b" providerId="LiveId" clId="{3B8023F6-9503-44C6-8B8A-20E31B0A62D0}" dt="2026-08-07T05:58:13.860" v="3504" actId="47"/>
        <pc:sldMkLst>
          <pc:docMk/>
          <pc:sldMk cId="760385650" sldId="274"/>
        </pc:sldMkLst>
      </pc:sldChg>
      <pc:sldChg chg="addSp modSp del mod ord">
        <pc:chgData name="Andy Hormazabal Budin" userId="1fd788182e78c07b" providerId="LiveId" clId="{3B8023F6-9503-44C6-8B8A-20E31B0A62D0}" dt="2026-08-07T05:58:13.860" v="3504" actId="47"/>
        <pc:sldMkLst>
          <pc:docMk/>
          <pc:sldMk cId="2724006834" sldId="275"/>
        </pc:sldMkLst>
      </pc:sldChg>
      <pc:sldChg chg="del">
        <pc:chgData name="Andy Hormazabal Budin" userId="1fd788182e78c07b" providerId="LiveId" clId="{3B8023F6-9503-44C6-8B8A-20E31B0A62D0}" dt="2026-08-08T21:59:23.577" v="4365"/>
        <pc:sldMkLst>
          <pc:docMk/>
          <pc:sldMk cId="0" sldId="348"/>
        </pc:sldMkLst>
      </pc:sldChg>
      <pc:sldChg chg="modSp new del mod">
        <pc:chgData name="Andy Hormazabal Budin" userId="1fd788182e78c07b" providerId="LiveId" clId="{3B8023F6-9503-44C6-8B8A-20E31B0A62D0}" dt="2026-08-08T22:00:17.088" v="4371"/>
        <pc:sldMkLst>
          <pc:docMk/>
          <pc:sldMk cId="459345960" sldId="349"/>
        </pc:sldMkLst>
        <pc:spChg chg="mod">
          <ac:chgData name="Andy Hormazabal Budin" userId="1fd788182e78c07b" providerId="LiveId" clId="{3B8023F6-9503-44C6-8B8A-20E31B0A62D0}" dt="2026-08-07T07:02:42.007" v="3541"/>
          <ac:spMkLst>
            <pc:docMk/>
            <pc:sldMk cId="459345960" sldId="349"/>
            <ac:spMk id="2" creationId="{F00386F2-2B06-1956-9758-78CBA084AF3F}"/>
          </ac:spMkLst>
        </pc:spChg>
      </pc:sldChg>
      <pc:sldChg chg="modSp new del mod">
        <pc:chgData name="Andy Hormazabal Budin" userId="1fd788182e78c07b" providerId="LiveId" clId="{3B8023F6-9503-44C6-8B8A-20E31B0A62D0}" dt="2026-08-07T07:04:47.671" v="3543"/>
        <pc:sldMkLst>
          <pc:docMk/>
          <pc:sldMk cId="2729543191" sldId="350"/>
        </pc:sldMkLst>
        <pc:spChg chg="mod">
          <ac:chgData name="Andy Hormazabal Budin" userId="1fd788182e78c07b" providerId="LiveId" clId="{3B8023F6-9503-44C6-8B8A-20E31B0A62D0}" dt="2026-08-07T07:02:01.752" v="3536" actId="27636"/>
          <ac:spMkLst>
            <pc:docMk/>
            <pc:sldMk cId="2729543191" sldId="350"/>
            <ac:spMk id="2" creationId="{D1BD43E9-69C8-C67C-0480-5F0A92A514B5}"/>
          </ac:spMkLst>
        </pc:spChg>
        <pc:spChg chg="mod">
          <ac:chgData name="Andy Hormazabal Budin" userId="1fd788182e78c07b" providerId="LiveId" clId="{3B8023F6-9503-44C6-8B8A-20E31B0A62D0}" dt="2026-08-07T07:02:42.048" v="3542"/>
          <ac:spMkLst>
            <pc:docMk/>
            <pc:sldMk cId="2729543191" sldId="350"/>
            <ac:spMk id="3" creationId="{F177E496-B713-24E5-D951-78256B4B0081}"/>
          </ac:spMkLst>
        </pc:spChg>
      </pc:sldChg>
      <pc:sldChg chg="modSp new del mod ord">
        <pc:chgData name="Andy Hormazabal Budin" userId="1fd788182e78c07b" providerId="LiveId" clId="{3B8023F6-9503-44C6-8B8A-20E31B0A62D0}" dt="2026-08-08T22:00:05.059" v="4369"/>
        <pc:sldMkLst>
          <pc:docMk/>
          <pc:sldMk cId="2870573714" sldId="350"/>
        </pc:sldMkLst>
        <pc:spChg chg="mod">
          <ac:chgData name="Andy Hormazabal Budin" userId="1fd788182e78c07b" providerId="LiveId" clId="{3B8023F6-9503-44C6-8B8A-20E31B0A62D0}" dt="2026-08-07T07:04:47.757" v="3548" actId="27636"/>
          <ac:spMkLst>
            <pc:docMk/>
            <pc:sldMk cId="2870573714" sldId="350"/>
            <ac:spMk id="2" creationId="{684EAE02-0B31-11A8-7D56-607B505BFD1F}"/>
          </ac:spMkLst>
        </pc:spChg>
        <pc:spChg chg="mod">
          <ac:chgData name="Andy Hormazabal Budin" userId="1fd788182e78c07b" providerId="LiveId" clId="{3B8023F6-9503-44C6-8B8A-20E31B0A62D0}" dt="2026-08-07T07:04:47.751" v="3547"/>
          <ac:spMkLst>
            <pc:docMk/>
            <pc:sldMk cId="2870573714" sldId="350"/>
            <ac:spMk id="3" creationId="{29FC533E-535D-7228-1F92-B4380A41123E}"/>
          </ac:spMkLst>
        </pc:spChg>
      </pc:sldChg>
      <pc:sldChg chg="modSp new del mod">
        <pc:chgData name="Andy Hormazabal Budin" userId="1fd788182e78c07b" providerId="LiveId" clId="{3B8023F6-9503-44C6-8B8A-20E31B0A62D0}" dt="2026-08-08T22:00:30.588" v="4373"/>
        <pc:sldMkLst>
          <pc:docMk/>
          <pc:sldMk cId="1499419282" sldId="351"/>
        </pc:sldMkLst>
        <pc:spChg chg="mod">
          <ac:chgData name="Andy Hormazabal Budin" userId="1fd788182e78c07b" providerId="LiveId" clId="{3B8023F6-9503-44C6-8B8A-20E31B0A62D0}" dt="2026-08-07T07:04:47.823" v="3554" actId="27636"/>
          <ac:spMkLst>
            <pc:docMk/>
            <pc:sldMk cId="1499419282" sldId="351"/>
            <ac:spMk id="2" creationId="{0E74431B-115B-97D8-BB10-A25A022F29BA}"/>
          </ac:spMkLst>
        </pc:spChg>
        <pc:spChg chg="mod">
          <ac:chgData name="Andy Hormazabal Budin" userId="1fd788182e78c07b" providerId="LiveId" clId="{3B8023F6-9503-44C6-8B8A-20E31B0A62D0}" dt="2026-08-07T07:04:47.818" v="3553"/>
          <ac:spMkLst>
            <pc:docMk/>
            <pc:sldMk cId="1499419282" sldId="351"/>
            <ac:spMk id="3" creationId="{7BDC73F7-AB6B-E91A-E10E-58A695B5DD2C}"/>
          </ac:spMkLst>
        </pc:spChg>
      </pc:sldChg>
      <pc:sldChg chg="modSp new del mod">
        <pc:chgData name="Andy Hormazabal Budin" userId="1fd788182e78c07b" providerId="LiveId" clId="{3B8023F6-9503-44C6-8B8A-20E31B0A62D0}" dt="2026-08-08T22:00:44.182" v="4375"/>
        <pc:sldMkLst>
          <pc:docMk/>
          <pc:sldMk cId="957930934" sldId="352"/>
        </pc:sldMkLst>
        <pc:spChg chg="mod">
          <ac:chgData name="Andy Hormazabal Budin" userId="1fd788182e78c07b" providerId="LiveId" clId="{3B8023F6-9503-44C6-8B8A-20E31B0A62D0}" dt="2026-08-07T07:04:47.898" v="3559" actId="27636"/>
          <ac:spMkLst>
            <pc:docMk/>
            <pc:sldMk cId="957930934" sldId="352"/>
            <ac:spMk id="2" creationId="{C399EBBE-A9F4-3827-099F-B298CA07A5FD}"/>
          </ac:spMkLst>
        </pc:spChg>
        <pc:spChg chg="mod">
          <ac:chgData name="Andy Hormazabal Budin" userId="1fd788182e78c07b" providerId="LiveId" clId="{3B8023F6-9503-44C6-8B8A-20E31B0A62D0}" dt="2026-08-07T07:04:47.894" v="3558"/>
          <ac:spMkLst>
            <pc:docMk/>
            <pc:sldMk cId="957930934" sldId="352"/>
            <ac:spMk id="3" creationId="{23C7BA72-9A3C-AF3C-26FE-782FD06E42B6}"/>
          </ac:spMkLst>
        </pc:spChg>
      </pc:sldChg>
      <pc:sldChg chg="modSp new del mod">
        <pc:chgData name="Andy Hormazabal Budin" userId="1fd788182e78c07b" providerId="LiveId" clId="{3B8023F6-9503-44C6-8B8A-20E31B0A62D0}" dt="2026-08-08T22:01:03.994" v="4377"/>
        <pc:sldMkLst>
          <pc:docMk/>
          <pc:sldMk cId="1336490527" sldId="353"/>
        </pc:sldMkLst>
        <pc:spChg chg="mod">
          <ac:chgData name="Andy Hormazabal Budin" userId="1fd788182e78c07b" providerId="LiveId" clId="{3B8023F6-9503-44C6-8B8A-20E31B0A62D0}" dt="2026-08-07T07:04:47.946" v="3564" actId="27636"/>
          <ac:spMkLst>
            <pc:docMk/>
            <pc:sldMk cId="1336490527" sldId="353"/>
            <ac:spMk id="2" creationId="{1A82E2F8-7D1B-A32E-3086-A7C645C4B80E}"/>
          </ac:spMkLst>
        </pc:spChg>
        <pc:spChg chg="mod">
          <ac:chgData name="Andy Hormazabal Budin" userId="1fd788182e78c07b" providerId="LiveId" clId="{3B8023F6-9503-44C6-8B8A-20E31B0A62D0}" dt="2026-08-07T07:04:47.941" v="3563"/>
          <ac:spMkLst>
            <pc:docMk/>
            <pc:sldMk cId="1336490527" sldId="353"/>
            <ac:spMk id="3" creationId="{B6D70FA0-9A75-B8D6-E85B-6DFEC1DD4556}"/>
          </ac:spMkLst>
        </pc:spChg>
      </pc:sldChg>
      <pc:sldChg chg="modSp new del mod">
        <pc:chgData name="Andy Hormazabal Budin" userId="1fd788182e78c07b" providerId="LiveId" clId="{3B8023F6-9503-44C6-8B8A-20E31B0A62D0}" dt="2026-08-08T22:01:16.666" v="4379"/>
        <pc:sldMkLst>
          <pc:docMk/>
          <pc:sldMk cId="1051872056" sldId="354"/>
        </pc:sldMkLst>
        <pc:spChg chg="mod">
          <ac:chgData name="Andy Hormazabal Budin" userId="1fd788182e78c07b" providerId="LiveId" clId="{3B8023F6-9503-44C6-8B8A-20E31B0A62D0}" dt="2026-08-07T07:05:32.405" v="3571"/>
          <ac:spMkLst>
            <pc:docMk/>
            <pc:sldMk cId="1051872056" sldId="354"/>
            <ac:spMk id="2" creationId="{008CCD6A-DCD9-31C5-394D-B15AA59DBD47}"/>
          </ac:spMkLst>
        </pc:spChg>
      </pc:sldChg>
      <pc:sldChg chg="modSp new del mod">
        <pc:chgData name="Andy Hormazabal Budin" userId="1fd788182e78c07b" providerId="LiveId" clId="{3B8023F6-9503-44C6-8B8A-20E31B0A62D0}" dt="2026-08-08T22:01:29.362" v="4381"/>
        <pc:sldMkLst>
          <pc:docMk/>
          <pc:sldMk cId="4018715753" sldId="355"/>
        </pc:sldMkLst>
        <pc:spChg chg="mod">
          <ac:chgData name="Andy Hormazabal Budin" userId="1fd788182e78c07b" providerId="LiveId" clId="{3B8023F6-9503-44C6-8B8A-20E31B0A62D0}" dt="2026-08-07T07:05:32.454" v="3576" actId="27636"/>
          <ac:spMkLst>
            <pc:docMk/>
            <pc:sldMk cId="4018715753" sldId="355"/>
            <ac:spMk id="2" creationId="{05C83E51-A72B-D71F-3559-C3ACBDFF747C}"/>
          </ac:spMkLst>
        </pc:spChg>
        <pc:spChg chg="mod">
          <ac:chgData name="Andy Hormazabal Budin" userId="1fd788182e78c07b" providerId="LiveId" clId="{3B8023F6-9503-44C6-8B8A-20E31B0A62D0}" dt="2026-08-07T07:05:32.448" v="3575"/>
          <ac:spMkLst>
            <pc:docMk/>
            <pc:sldMk cId="4018715753" sldId="355"/>
            <ac:spMk id="3" creationId="{E25486F9-9DC1-C423-C95B-79610849A296}"/>
          </ac:spMkLst>
        </pc:spChg>
      </pc:sldChg>
      <pc:sldChg chg="modSp new del mod">
        <pc:chgData name="Andy Hormazabal Budin" userId="1fd788182e78c07b" providerId="LiveId" clId="{3B8023F6-9503-44C6-8B8A-20E31B0A62D0}" dt="2026-08-08T22:01:42.315" v="4383"/>
        <pc:sldMkLst>
          <pc:docMk/>
          <pc:sldMk cId="4244577186" sldId="356"/>
        </pc:sldMkLst>
        <pc:spChg chg="mod">
          <ac:chgData name="Andy Hormazabal Budin" userId="1fd788182e78c07b" providerId="LiveId" clId="{3B8023F6-9503-44C6-8B8A-20E31B0A62D0}" dt="2026-08-07T07:05:32.496" v="3581" actId="27636"/>
          <ac:spMkLst>
            <pc:docMk/>
            <pc:sldMk cId="4244577186" sldId="356"/>
            <ac:spMk id="2" creationId="{EFEAF1E1-FAC5-4B68-624E-6987CE0449AF}"/>
          </ac:spMkLst>
        </pc:spChg>
        <pc:spChg chg="mod">
          <ac:chgData name="Andy Hormazabal Budin" userId="1fd788182e78c07b" providerId="LiveId" clId="{3B8023F6-9503-44C6-8B8A-20E31B0A62D0}" dt="2026-08-07T07:05:32.496" v="3580"/>
          <ac:spMkLst>
            <pc:docMk/>
            <pc:sldMk cId="4244577186" sldId="356"/>
            <ac:spMk id="3" creationId="{C4C0871E-5FB5-90B7-8B49-A46E7DDBB654}"/>
          </ac:spMkLst>
        </pc:spChg>
      </pc:sldChg>
      <pc:sldChg chg="addSp delSp modSp new del mod">
        <pc:chgData name="Andy Hormazabal Budin" userId="1fd788182e78c07b" providerId="LiveId" clId="{3B8023F6-9503-44C6-8B8A-20E31B0A62D0}" dt="2026-08-08T22:01:54.874" v="4385"/>
        <pc:sldMkLst>
          <pc:docMk/>
          <pc:sldMk cId="1220227727" sldId="357"/>
        </pc:sldMkLst>
        <pc:spChg chg="mod">
          <ac:chgData name="Andy Hormazabal Budin" userId="1fd788182e78c07b" providerId="LiveId" clId="{3B8023F6-9503-44C6-8B8A-20E31B0A62D0}" dt="2026-08-07T07:05:32.536" v="3586" actId="27636"/>
          <ac:spMkLst>
            <pc:docMk/>
            <pc:sldMk cId="1220227727" sldId="357"/>
            <ac:spMk id="2" creationId="{22B847D4-1B78-C480-5A2C-E7E3A16FF6F0}"/>
          </ac:spMkLst>
        </pc:spChg>
        <pc:spChg chg="del mod">
          <ac:chgData name="Andy Hormazabal Budin" userId="1fd788182e78c07b" providerId="LiveId" clId="{3B8023F6-9503-44C6-8B8A-20E31B0A62D0}" dt="2026-08-07T07:33:50.754" v="4067"/>
          <ac:spMkLst>
            <pc:docMk/>
            <pc:sldMk cId="1220227727" sldId="357"/>
            <ac:spMk id="3" creationId="{AA6B6DEF-E786-ACC2-F87C-5E9EA5E8F186}"/>
          </ac:spMkLst>
        </pc:spChg>
        <pc:spChg chg="add del mod">
          <ac:chgData name="Andy Hormazabal Budin" userId="1fd788182e78c07b" providerId="LiveId" clId="{3B8023F6-9503-44C6-8B8A-20E31B0A62D0}" dt="2026-08-07T07:34:54.152" v="4197"/>
          <ac:spMkLst>
            <pc:docMk/>
            <pc:sldMk cId="1220227727" sldId="357"/>
            <ac:spMk id="4" creationId="{C333BF52-8ACD-4AC3-A489-9316E953FD3D}"/>
          </ac:spMkLst>
        </pc:spChg>
        <pc:spChg chg="add del mod">
          <ac:chgData name="Andy Hormazabal Budin" userId="1fd788182e78c07b" providerId="LiveId" clId="{3B8023F6-9503-44C6-8B8A-20E31B0A62D0}" dt="2026-08-07T07:34:54.153" v="4198"/>
          <ac:spMkLst>
            <pc:docMk/>
            <pc:sldMk cId="1220227727" sldId="357"/>
            <ac:spMk id="5" creationId="{5B864351-A19A-42B0-907C-17196AEF8C4E}"/>
          </ac:spMkLst>
        </pc:spChg>
        <pc:spChg chg="add del mod">
          <ac:chgData name="Andy Hormazabal Budin" userId="1fd788182e78c07b" providerId="LiveId" clId="{3B8023F6-9503-44C6-8B8A-20E31B0A62D0}" dt="2026-08-07T07:34:54.154" v="4199"/>
          <ac:spMkLst>
            <pc:docMk/>
            <pc:sldMk cId="1220227727" sldId="357"/>
            <ac:spMk id="6" creationId="{F0C780E2-C94A-4369-9133-23CF33CB6A38}"/>
          </ac:spMkLst>
        </pc:spChg>
        <pc:spChg chg="add del mod">
          <ac:chgData name="Andy Hormazabal Budin" userId="1fd788182e78c07b" providerId="LiveId" clId="{3B8023F6-9503-44C6-8B8A-20E31B0A62D0}" dt="2026-08-07T07:34:54.155" v="4200"/>
          <ac:spMkLst>
            <pc:docMk/>
            <pc:sldMk cId="1220227727" sldId="357"/>
            <ac:spMk id="7" creationId="{76AED3CA-F9FB-4016-A4A0-306A4D2D5920}"/>
          </ac:spMkLst>
        </pc:spChg>
        <pc:spChg chg="add del mod">
          <ac:chgData name="Andy Hormazabal Budin" userId="1fd788182e78c07b" providerId="LiveId" clId="{3B8023F6-9503-44C6-8B8A-20E31B0A62D0}" dt="2026-08-07T07:34:54.157" v="4201"/>
          <ac:spMkLst>
            <pc:docMk/>
            <pc:sldMk cId="1220227727" sldId="357"/>
            <ac:spMk id="8" creationId="{7048BB0A-0471-4AEC-9038-EF226A1E936D}"/>
          </ac:spMkLst>
        </pc:spChg>
        <pc:spChg chg="add del mod">
          <ac:chgData name="Andy Hormazabal Budin" userId="1fd788182e78c07b" providerId="LiveId" clId="{3B8023F6-9503-44C6-8B8A-20E31B0A62D0}" dt="2026-08-07T07:34:54.158" v="4202"/>
          <ac:spMkLst>
            <pc:docMk/>
            <pc:sldMk cId="1220227727" sldId="357"/>
            <ac:spMk id="9" creationId="{D21A4F43-3A6F-4351-9789-50CDAA262904}"/>
          </ac:spMkLst>
        </pc:spChg>
        <pc:spChg chg="add del mod">
          <ac:chgData name="Andy Hormazabal Budin" userId="1fd788182e78c07b" providerId="LiveId" clId="{3B8023F6-9503-44C6-8B8A-20E31B0A62D0}" dt="2026-08-07T07:34:54.159" v="4203"/>
          <ac:spMkLst>
            <pc:docMk/>
            <pc:sldMk cId="1220227727" sldId="357"/>
            <ac:spMk id="10" creationId="{12FA164F-9C38-4AA6-B6D5-4DEA2A48F51C}"/>
          </ac:spMkLst>
        </pc:spChg>
        <pc:spChg chg="add del mod">
          <ac:chgData name="Andy Hormazabal Budin" userId="1fd788182e78c07b" providerId="LiveId" clId="{3B8023F6-9503-44C6-8B8A-20E31B0A62D0}" dt="2026-08-07T07:34:54.160" v="4204"/>
          <ac:spMkLst>
            <pc:docMk/>
            <pc:sldMk cId="1220227727" sldId="357"/>
            <ac:spMk id="11" creationId="{29DDC598-F6FD-452D-BEE4-48DE8812E91E}"/>
          </ac:spMkLst>
        </pc:spChg>
        <pc:spChg chg="add del mod">
          <ac:chgData name="Andy Hormazabal Budin" userId="1fd788182e78c07b" providerId="LiveId" clId="{3B8023F6-9503-44C6-8B8A-20E31B0A62D0}" dt="2026-08-07T07:34:54.160" v="4205"/>
          <ac:spMkLst>
            <pc:docMk/>
            <pc:sldMk cId="1220227727" sldId="357"/>
            <ac:spMk id="12" creationId="{F4D424A6-D675-448C-AEB7-9CE5B894B9CD}"/>
          </ac:spMkLst>
        </pc:spChg>
        <pc:spChg chg="add del mod">
          <ac:chgData name="Andy Hormazabal Budin" userId="1fd788182e78c07b" providerId="LiveId" clId="{3B8023F6-9503-44C6-8B8A-20E31B0A62D0}" dt="2026-08-07T07:34:54.161" v="4206"/>
          <ac:spMkLst>
            <pc:docMk/>
            <pc:sldMk cId="1220227727" sldId="357"/>
            <ac:spMk id="13" creationId="{DCCB6890-E90B-4A40-BB2C-57E8365DDB68}"/>
          </ac:spMkLst>
        </pc:spChg>
        <pc:spChg chg="add del mod">
          <ac:chgData name="Andy Hormazabal Budin" userId="1fd788182e78c07b" providerId="LiveId" clId="{3B8023F6-9503-44C6-8B8A-20E31B0A62D0}" dt="2026-08-07T07:34:54.162" v="4207"/>
          <ac:spMkLst>
            <pc:docMk/>
            <pc:sldMk cId="1220227727" sldId="357"/>
            <ac:spMk id="14" creationId="{DDAFEF79-01A4-4F32-BB8E-DE6CE69707EE}"/>
          </ac:spMkLst>
        </pc:spChg>
        <pc:spChg chg="add del mod">
          <ac:chgData name="Andy Hormazabal Budin" userId="1fd788182e78c07b" providerId="LiveId" clId="{3B8023F6-9503-44C6-8B8A-20E31B0A62D0}" dt="2026-08-07T07:34:54.163" v="4208"/>
          <ac:spMkLst>
            <pc:docMk/>
            <pc:sldMk cId="1220227727" sldId="357"/>
            <ac:spMk id="15" creationId="{A570FE95-B4D1-4426-AC74-632D6BF07F8C}"/>
          </ac:spMkLst>
        </pc:spChg>
        <pc:spChg chg="add del mod">
          <ac:chgData name="Andy Hormazabal Budin" userId="1fd788182e78c07b" providerId="LiveId" clId="{3B8023F6-9503-44C6-8B8A-20E31B0A62D0}" dt="2026-08-07T07:34:54.164" v="4209"/>
          <ac:spMkLst>
            <pc:docMk/>
            <pc:sldMk cId="1220227727" sldId="357"/>
            <ac:spMk id="16" creationId="{E164D649-15E6-4346-8BCC-7B2304B7BD20}"/>
          </ac:spMkLst>
        </pc:spChg>
        <pc:spChg chg="add del mod">
          <ac:chgData name="Andy Hormazabal Budin" userId="1fd788182e78c07b" providerId="LiveId" clId="{3B8023F6-9503-44C6-8B8A-20E31B0A62D0}" dt="2026-08-07T07:34:54.165" v="4210"/>
          <ac:spMkLst>
            <pc:docMk/>
            <pc:sldMk cId="1220227727" sldId="357"/>
            <ac:spMk id="17" creationId="{ED91BEC4-D77F-48FA-99AB-F2AB2A819CBE}"/>
          </ac:spMkLst>
        </pc:spChg>
        <pc:spChg chg="add del mod">
          <ac:chgData name="Andy Hormazabal Budin" userId="1fd788182e78c07b" providerId="LiveId" clId="{3B8023F6-9503-44C6-8B8A-20E31B0A62D0}" dt="2026-08-07T07:34:54.166" v="4211"/>
          <ac:spMkLst>
            <pc:docMk/>
            <pc:sldMk cId="1220227727" sldId="357"/>
            <ac:spMk id="18" creationId="{457DDF3C-C76E-42E7-9B2E-23FF43D775A4}"/>
          </ac:spMkLst>
        </pc:spChg>
        <pc:spChg chg="add del mod">
          <ac:chgData name="Andy Hormazabal Budin" userId="1fd788182e78c07b" providerId="LiveId" clId="{3B8023F6-9503-44C6-8B8A-20E31B0A62D0}" dt="2026-08-07T07:34:54.166" v="4212"/>
          <ac:spMkLst>
            <pc:docMk/>
            <pc:sldMk cId="1220227727" sldId="357"/>
            <ac:spMk id="19" creationId="{6F79EA42-6E7B-48EA-8BB9-F65AD8EF63AE}"/>
          </ac:spMkLst>
        </pc:spChg>
        <pc:spChg chg="add del mod">
          <ac:chgData name="Andy Hormazabal Budin" userId="1fd788182e78c07b" providerId="LiveId" clId="{3B8023F6-9503-44C6-8B8A-20E31B0A62D0}" dt="2026-08-07T07:34:54.167" v="4213"/>
          <ac:spMkLst>
            <pc:docMk/>
            <pc:sldMk cId="1220227727" sldId="357"/>
            <ac:spMk id="20" creationId="{1D395123-890E-4658-835F-2D793670C1A4}"/>
          </ac:spMkLst>
        </pc:spChg>
        <pc:spChg chg="add del mod">
          <ac:chgData name="Andy Hormazabal Budin" userId="1fd788182e78c07b" providerId="LiveId" clId="{3B8023F6-9503-44C6-8B8A-20E31B0A62D0}" dt="2026-08-07T07:34:54.167" v="4214"/>
          <ac:spMkLst>
            <pc:docMk/>
            <pc:sldMk cId="1220227727" sldId="357"/>
            <ac:spMk id="21" creationId="{D5CD9205-A30C-4E42-B9DA-2A896F0A2928}"/>
          </ac:spMkLst>
        </pc:spChg>
        <pc:spChg chg="add del mod">
          <ac:chgData name="Andy Hormazabal Budin" userId="1fd788182e78c07b" providerId="LiveId" clId="{3B8023F6-9503-44C6-8B8A-20E31B0A62D0}" dt="2026-08-07T07:34:54.169" v="4215"/>
          <ac:spMkLst>
            <pc:docMk/>
            <pc:sldMk cId="1220227727" sldId="357"/>
            <ac:spMk id="22" creationId="{B13E3DA6-E676-4C0E-8DDC-A0DE83AA67E2}"/>
          </ac:spMkLst>
        </pc:spChg>
        <pc:spChg chg="add mod">
          <ac:chgData name="Andy Hormazabal Budin" userId="1fd788182e78c07b" providerId="LiveId" clId="{3B8023F6-9503-44C6-8B8A-20E31B0A62D0}" dt="2026-08-07T07:34:54.212" v="4222"/>
          <ac:spMkLst>
            <pc:docMk/>
            <pc:sldMk cId="1220227727" sldId="357"/>
            <ac:spMk id="23" creationId="{19F21A52-DA47-4786-BC46-8DA2B297AA93}"/>
          </ac:spMkLst>
        </pc:spChg>
        <pc:spChg chg="add mod">
          <ac:chgData name="Andy Hormazabal Budin" userId="1fd788182e78c07b" providerId="LiveId" clId="{3B8023F6-9503-44C6-8B8A-20E31B0A62D0}" dt="2026-08-07T07:35:18.164" v="4332"/>
          <ac:spMkLst>
            <pc:docMk/>
            <pc:sldMk cId="1220227727" sldId="357"/>
            <ac:spMk id="24" creationId="{B79E474F-2BF4-47A6-94EB-6F0199F059AC}"/>
          </ac:spMkLst>
        </pc:spChg>
        <pc:spChg chg="add mod">
          <ac:chgData name="Andy Hormazabal Budin" userId="1fd788182e78c07b" providerId="LiveId" clId="{3B8023F6-9503-44C6-8B8A-20E31B0A62D0}" dt="2026-08-07T07:34:54.222" v="4232"/>
          <ac:spMkLst>
            <pc:docMk/>
            <pc:sldMk cId="1220227727" sldId="357"/>
            <ac:spMk id="25" creationId="{DBB05368-9098-4384-924F-23CD7497C19E}"/>
          </ac:spMkLst>
        </pc:spChg>
        <pc:spChg chg="add mod">
          <ac:chgData name="Andy Hormazabal Budin" userId="1fd788182e78c07b" providerId="LiveId" clId="{3B8023F6-9503-44C6-8B8A-20E31B0A62D0}" dt="2026-08-07T07:34:54.229" v="4239"/>
          <ac:spMkLst>
            <pc:docMk/>
            <pc:sldMk cId="1220227727" sldId="357"/>
            <ac:spMk id="26" creationId="{66D2F65D-DD80-4DBB-896B-22100BFD6E9E}"/>
          </ac:spMkLst>
        </pc:spChg>
        <pc:spChg chg="add mod">
          <ac:chgData name="Andy Hormazabal Budin" userId="1fd788182e78c07b" providerId="LiveId" clId="{3B8023F6-9503-44C6-8B8A-20E31B0A62D0}" dt="2026-08-07T07:34:54.236" v="4245"/>
          <ac:spMkLst>
            <pc:docMk/>
            <pc:sldMk cId="1220227727" sldId="357"/>
            <ac:spMk id="27" creationId="{DB0D3691-6D4B-4894-9DAD-45EAC8965578}"/>
          </ac:spMkLst>
        </pc:spChg>
        <pc:spChg chg="add mod">
          <ac:chgData name="Andy Hormazabal Budin" userId="1fd788182e78c07b" providerId="LiveId" clId="{3B8023F6-9503-44C6-8B8A-20E31B0A62D0}" dt="2026-08-07T07:34:54.237" v="4248"/>
          <ac:spMkLst>
            <pc:docMk/>
            <pc:sldMk cId="1220227727" sldId="357"/>
            <ac:spMk id="28" creationId="{DF92F8CC-C90F-4AF2-8841-7D17FF996824}"/>
          </ac:spMkLst>
        </pc:spChg>
        <pc:spChg chg="add mod">
          <ac:chgData name="Andy Hormazabal Budin" userId="1fd788182e78c07b" providerId="LiveId" clId="{3B8023F6-9503-44C6-8B8A-20E31B0A62D0}" dt="2026-08-07T07:34:54.243" v="4255"/>
          <ac:spMkLst>
            <pc:docMk/>
            <pc:sldMk cId="1220227727" sldId="357"/>
            <ac:spMk id="29" creationId="{FFE97B34-4DC3-4C0E-BDD2-8A2C4ED86A1C}"/>
          </ac:spMkLst>
        </pc:spChg>
        <pc:spChg chg="add mod">
          <ac:chgData name="Andy Hormazabal Budin" userId="1fd788182e78c07b" providerId="LiveId" clId="{3B8023F6-9503-44C6-8B8A-20E31B0A62D0}" dt="2026-08-07T07:34:54.250" v="4262"/>
          <ac:spMkLst>
            <pc:docMk/>
            <pc:sldMk cId="1220227727" sldId="357"/>
            <ac:spMk id="30" creationId="{4D3FEF67-6FCB-48EA-89C4-6D2BFAD1F6FF}"/>
          </ac:spMkLst>
        </pc:spChg>
        <pc:spChg chg="add mod">
          <ac:chgData name="Andy Hormazabal Budin" userId="1fd788182e78c07b" providerId="LiveId" clId="{3B8023F6-9503-44C6-8B8A-20E31B0A62D0}" dt="2026-08-07T07:34:54.256" v="4268"/>
          <ac:spMkLst>
            <pc:docMk/>
            <pc:sldMk cId="1220227727" sldId="357"/>
            <ac:spMk id="31" creationId="{20CDDEB2-9B44-485E-95A6-9C1636523589}"/>
          </ac:spMkLst>
        </pc:spChg>
        <pc:spChg chg="add mod">
          <ac:chgData name="Andy Hormazabal Budin" userId="1fd788182e78c07b" providerId="LiveId" clId="{3B8023F6-9503-44C6-8B8A-20E31B0A62D0}" dt="2026-08-07T07:34:54.257" v="4271"/>
          <ac:spMkLst>
            <pc:docMk/>
            <pc:sldMk cId="1220227727" sldId="357"/>
            <ac:spMk id="32" creationId="{2097775C-CBD5-4794-B29C-719AEE2D1009}"/>
          </ac:spMkLst>
        </pc:spChg>
        <pc:spChg chg="add mod">
          <ac:chgData name="Andy Hormazabal Budin" userId="1fd788182e78c07b" providerId="LiveId" clId="{3B8023F6-9503-44C6-8B8A-20E31B0A62D0}" dt="2026-08-07T07:34:54.264" v="4278"/>
          <ac:spMkLst>
            <pc:docMk/>
            <pc:sldMk cId="1220227727" sldId="357"/>
            <ac:spMk id="33" creationId="{F13E0D92-BAA2-4E26-9E53-4E9380DC8F08}"/>
          </ac:spMkLst>
        </pc:spChg>
        <pc:spChg chg="add mod">
          <ac:chgData name="Andy Hormazabal Budin" userId="1fd788182e78c07b" providerId="LiveId" clId="{3B8023F6-9503-44C6-8B8A-20E31B0A62D0}" dt="2026-08-07T07:34:54.271" v="4285"/>
          <ac:spMkLst>
            <pc:docMk/>
            <pc:sldMk cId="1220227727" sldId="357"/>
            <ac:spMk id="34" creationId="{20F066BA-B123-4884-9EF0-C5FF3A69B06E}"/>
          </ac:spMkLst>
        </pc:spChg>
        <pc:spChg chg="add mod">
          <ac:chgData name="Andy Hormazabal Budin" userId="1fd788182e78c07b" providerId="LiveId" clId="{3B8023F6-9503-44C6-8B8A-20E31B0A62D0}" dt="2026-08-07T07:34:54.278" v="4291"/>
          <ac:spMkLst>
            <pc:docMk/>
            <pc:sldMk cId="1220227727" sldId="357"/>
            <ac:spMk id="35" creationId="{EB5C622E-5922-4EEA-92CD-9F7BCCFB555D}"/>
          </ac:spMkLst>
        </pc:spChg>
        <pc:spChg chg="add mod">
          <ac:chgData name="Andy Hormazabal Budin" userId="1fd788182e78c07b" providerId="LiveId" clId="{3B8023F6-9503-44C6-8B8A-20E31B0A62D0}" dt="2026-08-07T07:34:54.289" v="4301"/>
          <ac:spMkLst>
            <pc:docMk/>
            <pc:sldMk cId="1220227727" sldId="357"/>
            <ac:spMk id="36" creationId="{08AAEFA5-A115-4832-A5F7-339BB93E9AA0}"/>
          </ac:spMkLst>
        </pc:spChg>
        <pc:spChg chg="add mod">
          <ac:chgData name="Andy Hormazabal Budin" userId="1fd788182e78c07b" providerId="LiveId" clId="{3B8023F6-9503-44C6-8B8A-20E31B0A62D0}" dt="2026-08-07T07:34:54.291" v="4304"/>
          <ac:spMkLst>
            <pc:docMk/>
            <pc:sldMk cId="1220227727" sldId="357"/>
            <ac:spMk id="37" creationId="{D3E52EEB-C993-426F-90AC-E1349427D1FD}"/>
          </ac:spMkLst>
        </pc:spChg>
        <pc:spChg chg="add mod">
          <ac:chgData name="Andy Hormazabal Budin" userId="1fd788182e78c07b" providerId="LiveId" clId="{3B8023F6-9503-44C6-8B8A-20E31B0A62D0}" dt="2026-08-07T07:34:54.298" v="4311"/>
          <ac:spMkLst>
            <pc:docMk/>
            <pc:sldMk cId="1220227727" sldId="357"/>
            <ac:spMk id="38" creationId="{61C3B179-B6D8-4E07-AFE1-FFB8EF69C80C}"/>
          </ac:spMkLst>
        </pc:spChg>
        <pc:spChg chg="add mod">
          <ac:chgData name="Andy Hormazabal Budin" userId="1fd788182e78c07b" providerId="LiveId" clId="{3B8023F6-9503-44C6-8B8A-20E31B0A62D0}" dt="2026-08-07T07:34:54.305" v="4318"/>
          <ac:spMkLst>
            <pc:docMk/>
            <pc:sldMk cId="1220227727" sldId="357"/>
            <ac:spMk id="39" creationId="{53683172-249F-4411-A2FC-4CBCC4CDC6C2}"/>
          </ac:spMkLst>
        </pc:spChg>
        <pc:spChg chg="add mod">
          <ac:chgData name="Andy Hormazabal Budin" userId="1fd788182e78c07b" providerId="LiveId" clId="{3B8023F6-9503-44C6-8B8A-20E31B0A62D0}" dt="2026-08-07T07:34:54.312" v="4324"/>
          <ac:spMkLst>
            <pc:docMk/>
            <pc:sldMk cId="1220227727" sldId="357"/>
            <ac:spMk id="40" creationId="{341A5EE0-2DE7-451C-97E7-7808E5A875BE}"/>
          </ac:spMkLst>
        </pc:spChg>
        <pc:spChg chg="add mod">
          <ac:chgData name="Andy Hormazabal Budin" userId="1fd788182e78c07b" providerId="LiveId" clId="{3B8023F6-9503-44C6-8B8A-20E31B0A62D0}" dt="2026-08-07T07:34:54.319" v="4331"/>
          <ac:spMkLst>
            <pc:docMk/>
            <pc:sldMk cId="1220227727" sldId="357"/>
            <ac:spMk id="41" creationId="{B681FC71-F9EC-45B0-B855-38C3F857D775}"/>
          </ac:spMkLst>
        </pc:spChg>
      </pc:sldChg>
      <pc:sldChg chg="addSp delSp modSp new del mod">
        <pc:chgData name="Andy Hormazabal Budin" userId="1fd788182e78c07b" providerId="LiveId" clId="{3B8023F6-9503-44C6-8B8A-20E31B0A62D0}" dt="2026-08-07T07:16:04.326" v="3808"/>
        <pc:sldMkLst>
          <pc:docMk/>
          <pc:sldMk cId="2001433502" sldId="358"/>
        </pc:sldMkLst>
        <pc:spChg chg="mod">
          <ac:chgData name="Andy Hormazabal Budin" userId="1fd788182e78c07b" providerId="LiveId" clId="{3B8023F6-9503-44C6-8B8A-20E31B0A62D0}" dt="2026-08-07T07:05:32.572" v="3591" actId="27636"/>
          <ac:spMkLst>
            <pc:docMk/>
            <pc:sldMk cId="2001433502" sldId="358"/>
            <ac:spMk id="2" creationId="{11E641A9-E201-A9B9-19F0-DBEBA82E436B}"/>
          </ac:spMkLst>
        </pc:spChg>
        <pc:spChg chg="del mod">
          <ac:chgData name="Andy Hormazabal Budin" userId="1fd788182e78c07b" providerId="LiveId" clId="{3B8023F6-9503-44C6-8B8A-20E31B0A62D0}" dt="2026-08-07T07:15:35.566" v="3698"/>
          <ac:spMkLst>
            <pc:docMk/>
            <pc:sldMk cId="2001433502" sldId="358"/>
            <ac:spMk id="3" creationId="{0517FF7E-B950-E42B-7CFF-B895AEF1DBF0}"/>
          </ac:spMkLst>
        </pc:spChg>
        <pc:spChg chg="add mod">
          <ac:chgData name="Andy Hormazabal Budin" userId="1fd788182e78c07b" providerId="LiveId" clId="{3B8023F6-9503-44C6-8B8A-20E31B0A62D0}" dt="2026-08-07T07:15:58.855" v="3708"/>
          <ac:spMkLst>
            <pc:docMk/>
            <pc:sldMk cId="2001433502" sldId="358"/>
            <ac:spMk id="4" creationId="{ADDCBC68-CAF0-4EF2-9B73-087316A3E418}"/>
          </ac:spMkLst>
        </pc:spChg>
        <pc:spChg chg="add mod">
          <ac:chgData name="Andy Hormazabal Budin" userId="1fd788182e78c07b" providerId="LiveId" clId="{3B8023F6-9503-44C6-8B8A-20E31B0A62D0}" dt="2026-08-07T07:15:58.862" v="3711"/>
          <ac:spMkLst>
            <pc:docMk/>
            <pc:sldMk cId="2001433502" sldId="358"/>
            <ac:spMk id="5" creationId="{313D3DE4-9106-450C-B031-49A17F622DDF}"/>
          </ac:spMkLst>
        </pc:spChg>
        <pc:spChg chg="add mod">
          <ac:chgData name="Andy Hormazabal Budin" userId="1fd788182e78c07b" providerId="LiveId" clId="{3B8023F6-9503-44C6-8B8A-20E31B0A62D0}" dt="2026-08-07T07:15:58.862" v="3714"/>
          <ac:spMkLst>
            <pc:docMk/>
            <pc:sldMk cId="2001433502" sldId="358"/>
            <ac:spMk id="6" creationId="{57BD18E6-FFA3-4360-AE8C-B75EDF156540}"/>
          </ac:spMkLst>
        </pc:spChg>
        <pc:spChg chg="add mod">
          <ac:chgData name="Andy Hormazabal Budin" userId="1fd788182e78c07b" providerId="LiveId" clId="{3B8023F6-9503-44C6-8B8A-20E31B0A62D0}" dt="2026-08-07T07:15:58.862" v="3717"/>
          <ac:spMkLst>
            <pc:docMk/>
            <pc:sldMk cId="2001433502" sldId="358"/>
            <ac:spMk id="7" creationId="{920E07DD-73A9-4D5A-B97F-4B5BBC296A49}"/>
          </ac:spMkLst>
        </pc:spChg>
        <pc:spChg chg="add mod">
          <ac:chgData name="Andy Hormazabal Budin" userId="1fd788182e78c07b" providerId="LiveId" clId="{3B8023F6-9503-44C6-8B8A-20E31B0A62D0}" dt="2026-08-07T07:15:58.867" v="3720"/>
          <ac:spMkLst>
            <pc:docMk/>
            <pc:sldMk cId="2001433502" sldId="358"/>
            <ac:spMk id="8" creationId="{57562072-A620-4F1B-9F34-37ED131BB5A6}"/>
          </ac:spMkLst>
        </pc:spChg>
        <pc:spChg chg="add mod">
          <ac:chgData name="Andy Hormazabal Budin" userId="1fd788182e78c07b" providerId="LiveId" clId="{3B8023F6-9503-44C6-8B8A-20E31B0A62D0}" dt="2026-08-07T07:15:58.869" v="3723"/>
          <ac:spMkLst>
            <pc:docMk/>
            <pc:sldMk cId="2001433502" sldId="358"/>
            <ac:spMk id="9" creationId="{2E1425DB-24EC-4ED9-BECA-868915BDF1B9}"/>
          </ac:spMkLst>
        </pc:spChg>
        <pc:spChg chg="add mod">
          <ac:chgData name="Andy Hormazabal Budin" userId="1fd788182e78c07b" providerId="LiveId" clId="{3B8023F6-9503-44C6-8B8A-20E31B0A62D0}" dt="2026-08-07T07:15:58.869" v="3726"/>
          <ac:spMkLst>
            <pc:docMk/>
            <pc:sldMk cId="2001433502" sldId="358"/>
            <ac:spMk id="10" creationId="{69571750-32FC-4949-99F9-6FA41DC56366}"/>
          </ac:spMkLst>
        </pc:spChg>
        <pc:spChg chg="add mod">
          <ac:chgData name="Andy Hormazabal Budin" userId="1fd788182e78c07b" providerId="LiveId" clId="{3B8023F6-9503-44C6-8B8A-20E31B0A62D0}" dt="2026-08-07T07:15:58.874" v="3729"/>
          <ac:spMkLst>
            <pc:docMk/>
            <pc:sldMk cId="2001433502" sldId="358"/>
            <ac:spMk id="11" creationId="{3D2FE219-2E25-4E02-814C-1DA123AE4B3D}"/>
          </ac:spMkLst>
        </pc:spChg>
        <pc:spChg chg="add mod">
          <ac:chgData name="Andy Hormazabal Budin" userId="1fd788182e78c07b" providerId="LiveId" clId="{3B8023F6-9503-44C6-8B8A-20E31B0A62D0}" dt="2026-08-07T07:15:58.885" v="3739"/>
          <ac:spMkLst>
            <pc:docMk/>
            <pc:sldMk cId="2001433502" sldId="358"/>
            <ac:spMk id="12" creationId="{53152AA1-F0CA-450A-A645-14CB30C36A2A}"/>
          </ac:spMkLst>
        </pc:spChg>
        <pc:spChg chg="add mod">
          <ac:chgData name="Andy Hormazabal Budin" userId="1fd788182e78c07b" providerId="LiveId" clId="{3B8023F6-9503-44C6-8B8A-20E31B0A62D0}" dt="2026-08-07T07:15:58.892" v="3748"/>
          <ac:spMkLst>
            <pc:docMk/>
            <pc:sldMk cId="2001433502" sldId="358"/>
            <ac:spMk id="13" creationId="{BA92AB2B-35D8-4E0A-B4C1-08BFD4853D03}"/>
          </ac:spMkLst>
        </pc:spChg>
        <pc:spChg chg="add mod">
          <ac:chgData name="Andy Hormazabal Budin" userId="1fd788182e78c07b" providerId="LiveId" clId="{3B8023F6-9503-44C6-8B8A-20E31B0A62D0}" dt="2026-08-07T07:15:58.893" v="3751"/>
          <ac:spMkLst>
            <pc:docMk/>
            <pc:sldMk cId="2001433502" sldId="358"/>
            <ac:spMk id="14" creationId="{A4C63DF0-FE62-459F-AACB-03819AC07796}"/>
          </ac:spMkLst>
        </pc:spChg>
        <pc:spChg chg="add mod">
          <ac:chgData name="Andy Hormazabal Budin" userId="1fd788182e78c07b" providerId="LiveId" clId="{3B8023F6-9503-44C6-8B8A-20E31B0A62D0}" dt="2026-08-07T07:15:58.895" v="3754"/>
          <ac:spMkLst>
            <pc:docMk/>
            <pc:sldMk cId="2001433502" sldId="358"/>
            <ac:spMk id="15" creationId="{B04F6677-9383-4AD9-827D-92674E1BB94A}"/>
          </ac:spMkLst>
        </pc:spChg>
        <pc:spChg chg="add mod">
          <ac:chgData name="Andy Hormazabal Budin" userId="1fd788182e78c07b" providerId="LiveId" clId="{3B8023F6-9503-44C6-8B8A-20E31B0A62D0}" dt="2026-08-07T07:15:58.897" v="3764"/>
          <ac:spMkLst>
            <pc:docMk/>
            <pc:sldMk cId="2001433502" sldId="358"/>
            <ac:spMk id="16" creationId="{1F8E6308-9154-46CA-9945-C5B228F1D3DB}"/>
          </ac:spMkLst>
        </pc:spChg>
        <pc:spChg chg="add mod">
          <ac:chgData name="Andy Hormazabal Budin" userId="1fd788182e78c07b" providerId="LiveId" clId="{3B8023F6-9503-44C6-8B8A-20E31B0A62D0}" dt="2026-08-07T07:15:58.904" v="3773"/>
          <ac:spMkLst>
            <pc:docMk/>
            <pc:sldMk cId="2001433502" sldId="358"/>
            <ac:spMk id="17" creationId="{F8760FAE-56C3-412F-96DB-E1C95B45C8CA}"/>
          </ac:spMkLst>
        </pc:spChg>
        <pc:spChg chg="add mod">
          <ac:chgData name="Andy Hormazabal Budin" userId="1fd788182e78c07b" providerId="LiveId" clId="{3B8023F6-9503-44C6-8B8A-20E31B0A62D0}" dt="2026-08-07T07:15:58.904" v="3776"/>
          <ac:spMkLst>
            <pc:docMk/>
            <pc:sldMk cId="2001433502" sldId="358"/>
            <ac:spMk id="18" creationId="{0E128B4E-F0F7-49FD-8967-C01460A187DC}"/>
          </ac:spMkLst>
        </pc:spChg>
        <pc:spChg chg="add mod">
          <ac:chgData name="Andy Hormazabal Budin" userId="1fd788182e78c07b" providerId="LiveId" clId="{3B8023F6-9503-44C6-8B8A-20E31B0A62D0}" dt="2026-08-07T07:15:58.911" v="3779"/>
          <ac:spMkLst>
            <pc:docMk/>
            <pc:sldMk cId="2001433502" sldId="358"/>
            <ac:spMk id="19" creationId="{345360DB-67DB-4857-AE52-9037E9F1DB42}"/>
          </ac:spMkLst>
        </pc:spChg>
        <pc:spChg chg="add mod">
          <ac:chgData name="Andy Hormazabal Budin" userId="1fd788182e78c07b" providerId="LiveId" clId="{3B8023F6-9503-44C6-8B8A-20E31B0A62D0}" dt="2026-08-07T07:15:58.916" v="3789"/>
          <ac:spMkLst>
            <pc:docMk/>
            <pc:sldMk cId="2001433502" sldId="358"/>
            <ac:spMk id="20" creationId="{437B6D88-3A01-40A1-A1D9-3998260CB31F}"/>
          </ac:spMkLst>
        </pc:spChg>
        <pc:spChg chg="add mod">
          <ac:chgData name="Andy Hormazabal Budin" userId="1fd788182e78c07b" providerId="LiveId" clId="{3B8023F6-9503-44C6-8B8A-20E31B0A62D0}" dt="2026-08-07T07:15:58.923" v="3798"/>
          <ac:spMkLst>
            <pc:docMk/>
            <pc:sldMk cId="2001433502" sldId="358"/>
            <ac:spMk id="21" creationId="{012E05D2-CCE4-4EC9-AC76-5FB313CB148C}"/>
          </ac:spMkLst>
        </pc:spChg>
        <pc:spChg chg="add mod">
          <ac:chgData name="Andy Hormazabal Budin" userId="1fd788182e78c07b" providerId="LiveId" clId="{3B8023F6-9503-44C6-8B8A-20E31B0A62D0}" dt="2026-08-07T07:15:58.925" v="3806"/>
          <ac:spMkLst>
            <pc:docMk/>
            <pc:sldMk cId="2001433502" sldId="358"/>
            <ac:spMk id="22" creationId="{94BB932B-7F93-418F-94BF-B0831BE258D0}"/>
          </ac:spMkLst>
        </pc:spChg>
      </pc:sldChg>
      <pc:sldChg chg="modSp new del mod">
        <pc:chgData name="Andy Hormazabal Budin" userId="1fd788182e78c07b" providerId="LiveId" clId="{3B8023F6-9503-44C6-8B8A-20E31B0A62D0}" dt="2026-08-08T22:03:36.960" v="4399"/>
        <pc:sldMkLst>
          <pc:docMk/>
          <pc:sldMk cId="3860563627" sldId="359"/>
        </pc:sldMkLst>
        <pc:spChg chg="mod">
          <ac:chgData name="Andy Hormazabal Budin" userId="1fd788182e78c07b" providerId="LiveId" clId="{3B8023F6-9503-44C6-8B8A-20E31B0A62D0}" dt="2026-08-07T07:05:32.611" v="3596" actId="27636"/>
          <ac:spMkLst>
            <pc:docMk/>
            <pc:sldMk cId="3860563627" sldId="359"/>
            <ac:spMk id="2" creationId="{882C973D-EFB9-8A8E-6B55-2262715E372F}"/>
          </ac:spMkLst>
        </pc:spChg>
        <pc:spChg chg="mod">
          <ac:chgData name="Andy Hormazabal Budin" userId="1fd788182e78c07b" providerId="LiveId" clId="{3B8023F6-9503-44C6-8B8A-20E31B0A62D0}" dt="2026-08-07T07:05:32.607" v="3595"/>
          <ac:spMkLst>
            <pc:docMk/>
            <pc:sldMk cId="3860563627" sldId="359"/>
            <ac:spMk id="3" creationId="{B1968613-1C8F-0180-3A75-C9CA6DE6548E}"/>
          </ac:spMkLst>
        </pc:spChg>
      </pc:sldChg>
      <pc:sldChg chg="modSp new del mod">
        <pc:chgData name="Andy Hormazabal Budin" userId="1fd788182e78c07b" providerId="LiveId" clId="{3B8023F6-9503-44C6-8B8A-20E31B0A62D0}" dt="2026-08-08T22:03:48.069" v="4401"/>
        <pc:sldMkLst>
          <pc:docMk/>
          <pc:sldMk cId="658211358" sldId="360"/>
        </pc:sldMkLst>
        <pc:spChg chg="mod">
          <ac:chgData name="Andy Hormazabal Budin" userId="1fd788182e78c07b" providerId="LiveId" clId="{3B8023F6-9503-44C6-8B8A-20E31B0A62D0}" dt="2026-08-07T07:05:32.648" v="3601" actId="27636"/>
          <ac:spMkLst>
            <pc:docMk/>
            <pc:sldMk cId="658211358" sldId="360"/>
            <ac:spMk id="2" creationId="{11216015-CCCF-4AEE-1E6F-83E6553F450F}"/>
          </ac:spMkLst>
        </pc:spChg>
        <pc:spChg chg="mod">
          <ac:chgData name="Andy Hormazabal Budin" userId="1fd788182e78c07b" providerId="LiveId" clId="{3B8023F6-9503-44C6-8B8A-20E31B0A62D0}" dt="2026-08-07T07:05:32.646" v="3600"/>
          <ac:spMkLst>
            <pc:docMk/>
            <pc:sldMk cId="658211358" sldId="360"/>
            <ac:spMk id="3" creationId="{5344CF11-4E66-EF8E-8BA9-63FB25D3D301}"/>
          </ac:spMkLst>
        </pc:spChg>
      </pc:sldChg>
      <pc:sldChg chg="modSp new del mod">
        <pc:chgData name="Andy Hormazabal Budin" userId="1fd788182e78c07b" providerId="LiveId" clId="{3B8023F6-9503-44C6-8B8A-20E31B0A62D0}" dt="2026-08-08T22:04:00.723" v="4403"/>
        <pc:sldMkLst>
          <pc:docMk/>
          <pc:sldMk cId="1782913953" sldId="361"/>
        </pc:sldMkLst>
        <pc:spChg chg="mod">
          <ac:chgData name="Andy Hormazabal Budin" userId="1fd788182e78c07b" providerId="LiveId" clId="{3B8023F6-9503-44C6-8B8A-20E31B0A62D0}" dt="2026-08-07T07:06:47.379" v="3606" actId="27636"/>
          <ac:spMkLst>
            <pc:docMk/>
            <pc:sldMk cId="1782913953" sldId="361"/>
            <ac:spMk id="2" creationId="{E530C6D0-B398-637B-1604-9C6A03610ACD}"/>
          </ac:spMkLst>
        </pc:spChg>
        <pc:spChg chg="mod">
          <ac:chgData name="Andy Hormazabal Budin" userId="1fd788182e78c07b" providerId="LiveId" clId="{3B8023F6-9503-44C6-8B8A-20E31B0A62D0}" dt="2026-08-07T07:06:47.373" v="3605"/>
          <ac:spMkLst>
            <pc:docMk/>
            <pc:sldMk cId="1782913953" sldId="361"/>
            <ac:spMk id="3" creationId="{42027467-AD98-711A-8F67-8CFC8C79A6A1}"/>
          </ac:spMkLst>
        </pc:spChg>
      </pc:sldChg>
      <pc:sldChg chg="addSp delSp modSp new del mod">
        <pc:chgData name="Andy Hormazabal Budin" userId="1fd788182e78c07b" providerId="LiveId" clId="{3B8023F6-9503-44C6-8B8A-20E31B0A62D0}" dt="2026-08-07T07:22:33.897" v="3919"/>
        <pc:sldMkLst>
          <pc:docMk/>
          <pc:sldMk cId="26583009" sldId="362"/>
        </pc:sldMkLst>
        <pc:spChg chg="mod">
          <ac:chgData name="Andy Hormazabal Budin" userId="1fd788182e78c07b" providerId="LiveId" clId="{3B8023F6-9503-44C6-8B8A-20E31B0A62D0}" dt="2026-08-07T07:06:47.425" v="3611" actId="27636"/>
          <ac:spMkLst>
            <pc:docMk/>
            <pc:sldMk cId="26583009" sldId="362"/>
            <ac:spMk id="2" creationId="{099679EC-BB2D-0746-095A-BFF0DC2C7E7B}"/>
          </ac:spMkLst>
        </pc:spChg>
        <pc:spChg chg="del mod">
          <ac:chgData name="Andy Hormazabal Budin" userId="1fd788182e78c07b" providerId="LiveId" clId="{3B8023F6-9503-44C6-8B8A-20E31B0A62D0}" dt="2026-08-07T07:22:28.883" v="3813"/>
          <ac:spMkLst>
            <pc:docMk/>
            <pc:sldMk cId="26583009" sldId="362"/>
            <ac:spMk id="3" creationId="{9F130C60-EBE6-4055-644B-F3CE5A6A97A4}"/>
          </ac:spMkLst>
        </pc:spChg>
        <pc:spChg chg="add mod">
          <ac:chgData name="Andy Hormazabal Budin" userId="1fd788182e78c07b" providerId="LiveId" clId="{3B8023F6-9503-44C6-8B8A-20E31B0A62D0}" dt="2026-08-07T07:22:28.906" v="3816"/>
          <ac:spMkLst>
            <pc:docMk/>
            <pc:sldMk cId="26583009" sldId="362"/>
            <ac:spMk id="4" creationId="{69874106-4EFA-4793-A267-93F952EFF63A}"/>
          </ac:spMkLst>
        </pc:spChg>
        <pc:spChg chg="add mod">
          <ac:chgData name="Andy Hormazabal Budin" userId="1fd788182e78c07b" providerId="LiveId" clId="{3B8023F6-9503-44C6-8B8A-20E31B0A62D0}" dt="2026-08-07T07:22:28.907" v="3819"/>
          <ac:spMkLst>
            <pc:docMk/>
            <pc:sldMk cId="26583009" sldId="362"/>
            <ac:spMk id="5" creationId="{52004947-1070-4180-AEA0-5111A517E287}"/>
          </ac:spMkLst>
        </pc:spChg>
        <pc:spChg chg="add mod">
          <ac:chgData name="Andy Hormazabal Budin" userId="1fd788182e78c07b" providerId="LiveId" clId="{3B8023F6-9503-44C6-8B8A-20E31B0A62D0}" dt="2026-08-07T07:22:28.915" v="3828"/>
          <ac:spMkLst>
            <pc:docMk/>
            <pc:sldMk cId="26583009" sldId="362"/>
            <ac:spMk id="6" creationId="{05054603-0975-4104-9B3D-AEFACF27CCF3}"/>
          </ac:spMkLst>
        </pc:spChg>
        <pc:spChg chg="add mod">
          <ac:chgData name="Andy Hormazabal Budin" userId="1fd788182e78c07b" providerId="LiveId" clId="{3B8023F6-9503-44C6-8B8A-20E31B0A62D0}" dt="2026-08-07T07:22:28.925" v="3837"/>
          <ac:spMkLst>
            <pc:docMk/>
            <pc:sldMk cId="26583009" sldId="362"/>
            <ac:spMk id="7" creationId="{E0809586-19E8-4947-B947-63A418D7D282}"/>
          </ac:spMkLst>
        </pc:spChg>
        <pc:spChg chg="add mod">
          <ac:chgData name="Andy Hormazabal Budin" userId="1fd788182e78c07b" providerId="LiveId" clId="{3B8023F6-9503-44C6-8B8A-20E31B0A62D0}" dt="2026-08-07T07:22:28.928" v="3840"/>
          <ac:spMkLst>
            <pc:docMk/>
            <pc:sldMk cId="26583009" sldId="362"/>
            <ac:spMk id="8" creationId="{E5E72066-2A1D-4A41-8176-D3B4FFD89E61}"/>
          </ac:spMkLst>
        </pc:spChg>
        <pc:spChg chg="add mod">
          <ac:chgData name="Andy Hormazabal Budin" userId="1fd788182e78c07b" providerId="LiveId" clId="{3B8023F6-9503-44C6-8B8A-20E31B0A62D0}" dt="2026-08-07T07:22:28.931" v="3843"/>
          <ac:spMkLst>
            <pc:docMk/>
            <pc:sldMk cId="26583009" sldId="362"/>
            <ac:spMk id="9" creationId="{CBE9ED8D-4650-44FA-89CF-B897D59D469F}"/>
          </ac:spMkLst>
        </pc:spChg>
        <pc:spChg chg="add mod">
          <ac:chgData name="Andy Hormazabal Budin" userId="1fd788182e78c07b" providerId="LiveId" clId="{3B8023F6-9503-44C6-8B8A-20E31B0A62D0}" dt="2026-08-07T07:22:28.936" v="3852"/>
          <ac:spMkLst>
            <pc:docMk/>
            <pc:sldMk cId="26583009" sldId="362"/>
            <ac:spMk id="10" creationId="{93B18AC8-3AB4-4AA2-8EEA-AFCCD3068D7E}"/>
          </ac:spMkLst>
        </pc:spChg>
        <pc:spChg chg="add mod">
          <ac:chgData name="Andy Hormazabal Budin" userId="1fd788182e78c07b" providerId="LiveId" clId="{3B8023F6-9503-44C6-8B8A-20E31B0A62D0}" dt="2026-08-07T07:22:28.949" v="3861"/>
          <ac:spMkLst>
            <pc:docMk/>
            <pc:sldMk cId="26583009" sldId="362"/>
            <ac:spMk id="11" creationId="{1580F4A9-E1AC-41BF-99A0-73E5D6ADAFED}"/>
          </ac:spMkLst>
        </pc:spChg>
        <pc:spChg chg="add mod">
          <ac:chgData name="Andy Hormazabal Budin" userId="1fd788182e78c07b" providerId="LiveId" clId="{3B8023F6-9503-44C6-8B8A-20E31B0A62D0}" dt="2026-08-07T07:22:28.952" v="3864"/>
          <ac:spMkLst>
            <pc:docMk/>
            <pc:sldMk cId="26583009" sldId="362"/>
            <ac:spMk id="12" creationId="{F64AA089-976F-4627-9D70-539F74144851}"/>
          </ac:spMkLst>
        </pc:spChg>
        <pc:spChg chg="add mod">
          <ac:chgData name="Andy Hormazabal Budin" userId="1fd788182e78c07b" providerId="LiveId" clId="{3B8023F6-9503-44C6-8B8A-20E31B0A62D0}" dt="2026-08-07T07:22:28.955" v="3867"/>
          <ac:spMkLst>
            <pc:docMk/>
            <pc:sldMk cId="26583009" sldId="362"/>
            <ac:spMk id="13" creationId="{0F5264B7-0063-458B-8FC3-C60122D9D3F0}"/>
          </ac:spMkLst>
        </pc:spChg>
        <pc:spChg chg="add mod">
          <ac:chgData name="Andy Hormazabal Budin" userId="1fd788182e78c07b" providerId="LiveId" clId="{3B8023F6-9503-44C6-8B8A-20E31B0A62D0}" dt="2026-08-07T07:22:28.966" v="3876"/>
          <ac:spMkLst>
            <pc:docMk/>
            <pc:sldMk cId="26583009" sldId="362"/>
            <ac:spMk id="14" creationId="{D3ECFB1C-21A1-480D-9788-27975B53D053}"/>
          </ac:spMkLst>
        </pc:spChg>
        <pc:spChg chg="add mod">
          <ac:chgData name="Andy Hormazabal Budin" userId="1fd788182e78c07b" providerId="LiveId" clId="{3B8023F6-9503-44C6-8B8A-20E31B0A62D0}" dt="2026-08-07T07:22:28.975" v="3885"/>
          <ac:spMkLst>
            <pc:docMk/>
            <pc:sldMk cId="26583009" sldId="362"/>
            <ac:spMk id="15" creationId="{DB7DFFCA-74A2-4E9C-ADF3-1F938A7157FF}"/>
          </ac:spMkLst>
        </pc:spChg>
        <pc:spChg chg="add mod">
          <ac:chgData name="Andy Hormazabal Budin" userId="1fd788182e78c07b" providerId="LiveId" clId="{3B8023F6-9503-44C6-8B8A-20E31B0A62D0}" dt="2026-08-07T07:22:28.978" v="3888"/>
          <ac:spMkLst>
            <pc:docMk/>
            <pc:sldMk cId="26583009" sldId="362"/>
            <ac:spMk id="16" creationId="{1DDF4D6C-02E2-4A1E-8A4E-ED0C74A9484E}"/>
          </ac:spMkLst>
        </pc:spChg>
        <pc:spChg chg="add mod">
          <ac:chgData name="Andy Hormazabal Budin" userId="1fd788182e78c07b" providerId="LiveId" clId="{3B8023F6-9503-44C6-8B8A-20E31B0A62D0}" dt="2026-08-07T07:22:28.981" v="3891"/>
          <ac:spMkLst>
            <pc:docMk/>
            <pc:sldMk cId="26583009" sldId="362"/>
            <ac:spMk id="17" creationId="{85686714-C406-4DB2-80B5-4480B6A0C6EB}"/>
          </ac:spMkLst>
        </pc:spChg>
        <pc:spChg chg="add mod">
          <ac:chgData name="Andy Hormazabal Budin" userId="1fd788182e78c07b" providerId="LiveId" clId="{3B8023F6-9503-44C6-8B8A-20E31B0A62D0}" dt="2026-08-07T07:22:28.992" v="3900"/>
          <ac:spMkLst>
            <pc:docMk/>
            <pc:sldMk cId="26583009" sldId="362"/>
            <ac:spMk id="18" creationId="{9CF7804D-26D2-4B48-B58B-D35CD9FDDB95}"/>
          </ac:spMkLst>
        </pc:spChg>
        <pc:spChg chg="add mod">
          <ac:chgData name="Andy Hormazabal Budin" userId="1fd788182e78c07b" providerId="LiveId" clId="{3B8023F6-9503-44C6-8B8A-20E31B0A62D0}" dt="2026-08-07T07:22:29.003" v="3909"/>
          <ac:spMkLst>
            <pc:docMk/>
            <pc:sldMk cId="26583009" sldId="362"/>
            <ac:spMk id="19" creationId="{3C06DDBD-B915-4FD6-9824-217436B12534}"/>
          </ac:spMkLst>
        </pc:spChg>
        <pc:spChg chg="add mod">
          <ac:chgData name="Andy Hormazabal Budin" userId="1fd788182e78c07b" providerId="LiveId" clId="{3B8023F6-9503-44C6-8B8A-20E31B0A62D0}" dt="2026-08-07T07:22:29.012" v="3917"/>
          <ac:spMkLst>
            <pc:docMk/>
            <pc:sldMk cId="26583009" sldId="362"/>
            <ac:spMk id="20" creationId="{1FEE69AD-B065-42DE-9C54-444621B9967D}"/>
          </ac:spMkLst>
        </pc:spChg>
      </pc:sldChg>
      <pc:sldChg chg="modSp new del mod">
        <pc:chgData name="Andy Hormazabal Budin" userId="1fd788182e78c07b" providerId="LiveId" clId="{3B8023F6-9503-44C6-8B8A-20E31B0A62D0}" dt="2026-08-08T22:04:31.210" v="4407"/>
        <pc:sldMkLst>
          <pc:docMk/>
          <pc:sldMk cId="3103107069" sldId="363"/>
        </pc:sldMkLst>
        <pc:spChg chg="mod">
          <ac:chgData name="Andy Hormazabal Budin" userId="1fd788182e78c07b" providerId="LiveId" clId="{3B8023F6-9503-44C6-8B8A-20E31B0A62D0}" dt="2026-08-07T07:06:47.460" v="3616" actId="27636"/>
          <ac:spMkLst>
            <pc:docMk/>
            <pc:sldMk cId="3103107069" sldId="363"/>
            <ac:spMk id="2" creationId="{8584F63E-382C-38CC-F20B-F884EDB5EC55}"/>
          </ac:spMkLst>
        </pc:spChg>
        <pc:spChg chg="mod">
          <ac:chgData name="Andy Hormazabal Budin" userId="1fd788182e78c07b" providerId="LiveId" clId="{3B8023F6-9503-44C6-8B8A-20E31B0A62D0}" dt="2026-08-07T07:06:47.456" v="3615"/>
          <ac:spMkLst>
            <pc:docMk/>
            <pc:sldMk cId="3103107069" sldId="363"/>
            <ac:spMk id="3" creationId="{068D570F-7D2A-253F-6B19-75B7D31B6608}"/>
          </ac:spMkLst>
        </pc:spChg>
      </pc:sldChg>
      <pc:sldChg chg="addSp delSp modSp new del mod">
        <pc:chgData name="Andy Hormazabal Budin" userId="1fd788182e78c07b" providerId="LiveId" clId="{3B8023F6-9503-44C6-8B8A-20E31B0A62D0}" dt="2026-08-07T07:24:26.690" v="3983"/>
        <pc:sldMkLst>
          <pc:docMk/>
          <pc:sldMk cId="3903952568" sldId="364"/>
        </pc:sldMkLst>
        <pc:spChg chg="mod">
          <ac:chgData name="Andy Hormazabal Budin" userId="1fd788182e78c07b" providerId="LiveId" clId="{3B8023F6-9503-44C6-8B8A-20E31B0A62D0}" dt="2026-08-07T07:24:21.599" v="3933" actId="27636"/>
          <ac:spMkLst>
            <pc:docMk/>
            <pc:sldMk cId="3903952568" sldId="364"/>
            <ac:spMk id="2" creationId="{B059EA21-948E-2646-7B4D-16FA610F64C2}"/>
          </ac:spMkLst>
        </pc:spChg>
        <pc:spChg chg="del mod">
          <ac:chgData name="Andy Hormazabal Budin" userId="1fd788182e78c07b" providerId="LiveId" clId="{3B8023F6-9503-44C6-8B8A-20E31B0A62D0}" dt="2026-08-07T07:24:21.551" v="3926"/>
          <ac:spMkLst>
            <pc:docMk/>
            <pc:sldMk cId="3903952568" sldId="364"/>
            <ac:spMk id="3" creationId="{0274721F-9EBD-32F3-17D8-E4E0AB62DC23}"/>
          </ac:spMkLst>
        </pc:spChg>
        <pc:spChg chg="del mod">
          <ac:chgData name="Andy Hormazabal Budin" userId="1fd788182e78c07b" providerId="LiveId" clId="{3B8023F6-9503-44C6-8B8A-20E31B0A62D0}" dt="2026-08-07T07:24:21.553" v="3927"/>
          <ac:spMkLst>
            <pc:docMk/>
            <pc:sldMk cId="3903952568" sldId="364"/>
            <ac:spMk id="4" creationId="{1CA7F13C-7104-FCFC-D24A-4E2B48F03A49}"/>
          </ac:spMkLst>
        </pc:spChg>
        <pc:spChg chg="add mod">
          <ac:chgData name="Andy Hormazabal Budin" userId="1fd788182e78c07b" providerId="LiveId" clId="{3B8023F6-9503-44C6-8B8A-20E31B0A62D0}" dt="2026-08-07T07:24:21.611" v="3936"/>
          <ac:spMkLst>
            <pc:docMk/>
            <pc:sldMk cId="3903952568" sldId="364"/>
            <ac:spMk id="5" creationId="{B80CD766-2C33-490F-B247-AED295448372}"/>
          </ac:spMkLst>
        </pc:spChg>
        <pc:spChg chg="add mod">
          <ac:chgData name="Andy Hormazabal Budin" userId="1fd788182e78c07b" providerId="LiveId" clId="{3B8023F6-9503-44C6-8B8A-20E31B0A62D0}" dt="2026-08-07T07:24:21.616" v="3939"/>
          <ac:spMkLst>
            <pc:docMk/>
            <pc:sldMk cId="3903952568" sldId="364"/>
            <ac:spMk id="6" creationId="{24A23514-BC07-4674-A4EA-967531CA3EE4}"/>
          </ac:spMkLst>
        </pc:spChg>
        <pc:spChg chg="add mod">
          <ac:chgData name="Andy Hormazabal Budin" userId="1fd788182e78c07b" providerId="LiveId" clId="{3B8023F6-9503-44C6-8B8A-20E31B0A62D0}" dt="2026-08-07T07:24:21.629" v="3948"/>
          <ac:spMkLst>
            <pc:docMk/>
            <pc:sldMk cId="3903952568" sldId="364"/>
            <ac:spMk id="7" creationId="{EA0A054A-1805-421A-9759-65B893B0BC37}"/>
          </ac:spMkLst>
        </pc:spChg>
        <pc:spChg chg="add mod">
          <ac:chgData name="Andy Hormazabal Budin" userId="1fd788182e78c07b" providerId="LiveId" clId="{3B8023F6-9503-44C6-8B8A-20E31B0A62D0}" dt="2026-08-07T07:24:21.642" v="3957"/>
          <ac:spMkLst>
            <pc:docMk/>
            <pc:sldMk cId="3903952568" sldId="364"/>
            <ac:spMk id="8" creationId="{A4DA0A71-CEFD-4932-84AD-B662CC1032E7}"/>
          </ac:spMkLst>
        </pc:spChg>
        <pc:spChg chg="add mod">
          <ac:chgData name="Andy Hormazabal Budin" userId="1fd788182e78c07b" providerId="LiveId" clId="{3B8023F6-9503-44C6-8B8A-20E31B0A62D0}" dt="2026-08-07T07:24:21.646" v="3960"/>
          <ac:spMkLst>
            <pc:docMk/>
            <pc:sldMk cId="3903952568" sldId="364"/>
            <ac:spMk id="9" creationId="{7C8B8A7B-6FEF-472C-A6B2-698C45E6A312}"/>
          </ac:spMkLst>
        </pc:spChg>
        <pc:spChg chg="add mod">
          <ac:chgData name="Andy Hormazabal Budin" userId="1fd788182e78c07b" providerId="LiveId" clId="{3B8023F6-9503-44C6-8B8A-20E31B0A62D0}" dt="2026-08-07T07:24:21.649" v="3963"/>
          <ac:spMkLst>
            <pc:docMk/>
            <pc:sldMk cId="3903952568" sldId="364"/>
            <ac:spMk id="10" creationId="{1B84C212-7E71-44BA-97C0-6BB989B8079F}"/>
          </ac:spMkLst>
        </pc:spChg>
        <pc:spChg chg="add mod">
          <ac:chgData name="Andy Hormazabal Budin" userId="1fd788182e78c07b" providerId="LiveId" clId="{3B8023F6-9503-44C6-8B8A-20E31B0A62D0}" dt="2026-08-07T07:24:21.660" v="3972"/>
          <ac:spMkLst>
            <pc:docMk/>
            <pc:sldMk cId="3903952568" sldId="364"/>
            <ac:spMk id="11" creationId="{A854F0C6-387F-44A8-97CC-3CD9201FCADD}"/>
          </ac:spMkLst>
        </pc:spChg>
        <pc:spChg chg="add mod">
          <ac:chgData name="Andy Hormazabal Budin" userId="1fd788182e78c07b" providerId="LiveId" clId="{3B8023F6-9503-44C6-8B8A-20E31B0A62D0}" dt="2026-08-07T07:24:21.673" v="3981"/>
          <ac:spMkLst>
            <pc:docMk/>
            <pc:sldMk cId="3903952568" sldId="364"/>
            <ac:spMk id="12" creationId="{3F0B884A-AE75-425A-90E8-51B5F80ED360}"/>
          </ac:spMkLst>
        </pc:spChg>
      </pc:sldChg>
      <pc:sldChg chg="addSp delSp modSp new del mod">
        <pc:chgData name="Andy Hormazabal Budin" userId="1fd788182e78c07b" providerId="LiveId" clId="{3B8023F6-9503-44C6-8B8A-20E31B0A62D0}" dt="2026-08-07T07:26:20.774" v="4064"/>
        <pc:sldMkLst>
          <pc:docMk/>
          <pc:sldMk cId="1196901529" sldId="365"/>
        </pc:sldMkLst>
        <pc:spChg chg="mod">
          <ac:chgData name="Andy Hormazabal Budin" userId="1fd788182e78c07b" providerId="LiveId" clId="{3B8023F6-9503-44C6-8B8A-20E31B0A62D0}" dt="2026-08-07T07:26:15.324" v="4014" actId="27636"/>
          <ac:spMkLst>
            <pc:docMk/>
            <pc:sldMk cId="1196901529" sldId="365"/>
            <ac:spMk id="2" creationId="{455562A6-F053-7E31-DCCA-0E1597668B5B}"/>
          </ac:spMkLst>
        </pc:spChg>
        <pc:spChg chg="del mod">
          <ac:chgData name="Andy Hormazabal Budin" userId="1fd788182e78c07b" providerId="LiveId" clId="{3B8023F6-9503-44C6-8B8A-20E31B0A62D0}" dt="2026-08-07T07:26:15.285" v="4007"/>
          <ac:spMkLst>
            <pc:docMk/>
            <pc:sldMk cId="1196901529" sldId="365"/>
            <ac:spMk id="3" creationId="{171238EC-5959-26A2-9C69-1C1603EC68E2}"/>
          </ac:spMkLst>
        </pc:spChg>
        <pc:spChg chg="del mod">
          <ac:chgData name="Andy Hormazabal Budin" userId="1fd788182e78c07b" providerId="LiveId" clId="{3B8023F6-9503-44C6-8B8A-20E31B0A62D0}" dt="2026-08-07T07:26:15.285" v="4008"/>
          <ac:spMkLst>
            <pc:docMk/>
            <pc:sldMk cId="1196901529" sldId="365"/>
            <ac:spMk id="4" creationId="{2223600C-913A-6660-13C2-F879A5801525}"/>
          </ac:spMkLst>
        </pc:spChg>
        <pc:spChg chg="add mod">
          <ac:chgData name="Andy Hormazabal Budin" userId="1fd788182e78c07b" providerId="LiveId" clId="{3B8023F6-9503-44C6-8B8A-20E31B0A62D0}" dt="2026-08-07T07:26:15.333" v="4017"/>
          <ac:spMkLst>
            <pc:docMk/>
            <pc:sldMk cId="1196901529" sldId="365"/>
            <ac:spMk id="5" creationId="{8C3ABFCE-4664-4414-BF24-20EB6B62BFA1}"/>
          </ac:spMkLst>
        </pc:spChg>
        <pc:spChg chg="add mod">
          <ac:chgData name="Andy Hormazabal Budin" userId="1fd788182e78c07b" providerId="LiveId" clId="{3B8023F6-9503-44C6-8B8A-20E31B0A62D0}" dt="2026-08-07T07:26:15.334" v="4020"/>
          <ac:spMkLst>
            <pc:docMk/>
            <pc:sldMk cId="1196901529" sldId="365"/>
            <ac:spMk id="6" creationId="{FEDD2E26-1F60-477E-B9D4-DACAFFF52057}"/>
          </ac:spMkLst>
        </pc:spChg>
        <pc:spChg chg="add mod">
          <ac:chgData name="Andy Hormazabal Budin" userId="1fd788182e78c07b" providerId="LiveId" clId="{3B8023F6-9503-44C6-8B8A-20E31B0A62D0}" dt="2026-08-07T07:26:15.341" v="4029"/>
          <ac:spMkLst>
            <pc:docMk/>
            <pc:sldMk cId="1196901529" sldId="365"/>
            <ac:spMk id="7" creationId="{5A38E03D-5E83-4EE9-B6F0-51FF6308D501}"/>
          </ac:spMkLst>
        </pc:spChg>
        <pc:spChg chg="add mod">
          <ac:chgData name="Andy Hormazabal Budin" userId="1fd788182e78c07b" providerId="LiveId" clId="{3B8023F6-9503-44C6-8B8A-20E31B0A62D0}" dt="2026-08-07T07:26:15.347" v="4038"/>
          <ac:spMkLst>
            <pc:docMk/>
            <pc:sldMk cId="1196901529" sldId="365"/>
            <ac:spMk id="8" creationId="{DA72A670-690F-4446-AC5D-15A49ED5F50E}"/>
          </ac:spMkLst>
        </pc:spChg>
        <pc:spChg chg="add mod">
          <ac:chgData name="Andy Hormazabal Budin" userId="1fd788182e78c07b" providerId="LiveId" clId="{3B8023F6-9503-44C6-8B8A-20E31B0A62D0}" dt="2026-08-07T07:26:15.356" v="4041"/>
          <ac:spMkLst>
            <pc:docMk/>
            <pc:sldMk cId="1196901529" sldId="365"/>
            <ac:spMk id="9" creationId="{27E3B9C7-E327-4EBD-A73E-0A442C905EB8}"/>
          </ac:spMkLst>
        </pc:spChg>
        <pc:spChg chg="add mod">
          <ac:chgData name="Andy Hormazabal Budin" userId="1fd788182e78c07b" providerId="LiveId" clId="{3B8023F6-9503-44C6-8B8A-20E31B0A62D0}" dt="2026-08-07T07:26:15.356" v="4044"/>
          <ac:spMkLst>
            <pc:docMk/>
            <pc:sldMk cId="1196901529" sldId="365"/>
            <ac:spMk id="10" creationId="{BB4ECD59-9CAE-48C9-B811-317417F9EDCB}"/>
          </ac:spMkLst>
        </pc:spChg>
        <pc:spChg chg="add mod">
          <ac:chgData name="Andy Hormazabal Budin" userId="1fd788182e78c07b" providerId="LiveId" clId="{3B8023F6-9503-44C6-8B8A-20E31B0A62D0}" dt="2026-08-07T07:26:15.361" v="4053"/>
          <ac:spMkLst>
            <pc:docMk/>
            <pc:sldMk cId="1196901529" sldId="365"/>
            <ac:spMk id="11" creationId="{081049DE-E596-4EC1-97ED-775A8FE8DC86}"/>
          </ac:spMkLst>
        </pc:spChg>
        <pc:spChg chg="add mod">
          <ac:chgData name="Andy Hormazabal Budin" userId="1fd788182e78c07b" providerId="LiveId" clId="{3B8023F6-9503-44C6-8B8A-20E31B0A62D0}" dt="2026-08-07T07:26:15.368" v="4062"/>
          <ac:spMkLst>
            <pc:docMk/>
            <pc:sldMk cId="1196901529" sldId="365"/>
            <ac:spMk id="12" creationId="{0205D445-16E2-4A1C-84E2-182063D83F28}"/>
          </ac:spMkLst>
        </pc:spChg>
      </pc:sldChg>
      <pc:sldChg chg="modSp new del mod">
        <pc:chgData name="Andy Hormazabal Budin" userId="1fd788182e78c07b" providerId="LiveId" clId="{3B8023F6-9503-44C6-8B8A-20E31B0A62D0}" dt="2026-08-08T22:05:09.895" v="4413"/>
        <pc:sldMkLst>
          <pc:docMk/>
          <pc:sldMk cId="3768152185" sldId="366"/>
        </pc:sldMkLst>
        <pc:spChg chg="mod">
          <ac:chgData name="Andy Hormazabal Budin" userId="1fd788182e78c07b" providerId="LiveId" clId="{3B8023F6-9503-44C6-8B8A-20E31B0A62D0}" dt="2026-08-07T07:06:47.577" v="3637" actId="27636"/>
          <ac:spMkLst>
            <pc:docMk/>
            <pc:sldMk cId="3768152185" sldId="366"/>
            <ac:spMk id="2" creationId="{0BACE9C2-7E61-2FC6-9A8C-C8A178F28960}"/>
          </ac:spMkLst>
        </pc:spChg>
        <pc:spChg chg="mod">
          <ac:chgData name="Andy Hormazabal Budin" userId="1fd788182e78c07b" providerId="LiveId" clId="{3B8023F6-9503-44C6-8B8A-20E31B0A62D0}" dt="2026-08-07T07:06:47.573" v="3636"/>
          <ac:spMkLst>
            <pc:docMk/>
            <pc:sldMk cId="3768152185" sldId="366"/>
            <ac:spMk id="3" creationId="{91187126-FC66-D689-B8FD-D651B741086E}"/>
          </ac:spMkLst>
        </pc:spChg>
      </pc:sldChg>
      <pc:sldChg chg="modSp new del mod">
        <pc:chgData name="Andy Hormazabal Budin" userId="1fd788182e78c07b" providerId="LiveId" clId="{3B8023F6-9503-44C6-8B8A-20E31B0A62D0}" dt="2026-08-08T22:05:21.547" v="4415"/>
        <pc:sldMkLst>
          <pc:docMk/>
          <pc:sldMk cId="4051508500" sldId="367"/>
        </pc:sldMkLst>
        <pc:spChg chg="mod">
          <ac:chgData name="Andy Hormazabal Budin" userId="1fd788182e78c07b" providerId="LiveId" clId="{3B8023F6-9503-44C6-8B8A-20E31B0A62D0}" dt="2026-08-07T07:06:47.613" v="3642" actId="27636"/>
          <ac:spMkLst>
            <pc:docMk/>
            <pc:sldMk cId="4051508500" sldId="367"/>
            <ac:spMk id="2" creationId="{D4DE9FFD-CD77-E0ED-41B9-FA9EBC3DCF12}"/>
          </ac:spMkLst>
        </pc:spChg>
        <pc:spChg chg="mod">
          <ac:chgData name="Andy Hormazabal Budin" userId="1fd788182e78c07b" providerId="LiveId" clId="{3B8023F6-9503-44C6-8B8A-20E31B0A62D0}" dt="2026-08-07T07:06:47.611" v="3641"/>
          <ac:spMkLst>
            <pc:docMk/>
            <pc:sldMk cId="4051508500" sldId="367"/>
            <ac:spMk id="3" creationId="{25D164D3-BC80-B1C7-2761-48524FBDAC4D}"/>
          </ac:spMkLst>
        </pc:spChg>
      </pc:sldChg>
      <pc:sldChg chg="del ord">
        <pc:chgData name="Andy Hormazabal Budin" userId="1fd788182e78c07b" providerId="LiveId" clId="{3B8023F6-9503-44C6-8B8A-20E31B0A62D0}" dt="2026-08-07T07:01:38.655" v="3530"/>
        <pc:sldMkLst>
          <pc:docMk/>
          <pc:sldMk cId="4173517151" sldId="367"/>
        </pc:sldMkLst>
      </pc:sldChg>
      <pc:sldChg chg="modSp new del mod">
        <pc:chgData name="Andy Hormazabal Budin" userId="1fd788182e78c07b" providerId="LiveId" clId="{3B8023F6-9503-44C6-8B8A-20E31B0A62D0}" dt="2026-08-08T22:05:38.162" v="4417"/>
        <pc:sldMkLst>
          <pc:docMk/>
          <pc:sldMk cId="3615380126" sldId="368"/>
        </pc:sldMkLst>
        <pc:spChg chg="mod">
          <ac:chgData name="Andy Hormazabal Budin" userId="1fd788182e78c07b" providerId="LiveId" clId="{3B8023F6-9503-44C6-8B8A-20E31B0A62D0}" dt="2026-08-07T07:06:47.669" v="3647" actId="27636"/>
          <ac:spMkLst>
            <pc:docMk/>
            <pc:sldMk cId="3615380126" sldId="368"/>
            <ac:spMk id="2" creationId="{3FAA12DA-A5AB-C445-6DE2-ED3A95824EE6}"/>
          </ac:spMkLst>
        </pc:spChg>
        <pc:spChg chg="mod">
          <ac:chgData name="Andy Hormazabal Budin" userId="1fd788182e78c07b" providerId="LiveId" clId="{3B8023F6-9503-44C6-8B8A-20E31B0A62D0}" dt="2026-08-07T07:06:47.665" v="3646"/>
          <ac:spMkLst>
            <pc:docMk/>
            <pc:sldMk cId="3615380126" sldId="368"/>
            <ac:spMk id="3" creationId="{B8FFDEF7-F610-3B9F-17C3-E81C118B5C4D}"/>
          </ac:spMkLst>
        </pc:spChg>
      </pc:sldChg>
      <pc:sldChg chg="modSp add del mod">
        <pc:chgData name="Andy Hormazabal Budin" userId="1fd788182e78c07b" providerId="LiveId" clId="{3B8023F6-9503-44C6-8B8A-20E31B0A62D0}" dt="2026-08-07T05:58:13.860" v="3504" actId="47"/>
        <pc:sldMkLst>
          <pc:docMk/>
          <pc:sldMk cId="937129569" sldId="369"/>
        </pc:sldMkLst>
      </pc:sldChg>
      <pc:sldChg chg="modSp new del mod">
        <pc:chgData name="Andy Hormazabal Budin" userId="1fd788182e78c07b" providerId="LiveId" clId="{3B8023F6-9503-44C6-8B8A-20E31B0A62D0}" dt="2026-08-08T22:06:05.005" v="4421"/>
        <pc:sldMkLst>
          <pc:docMk/>
          <pc:sldMk cId="2959757106" sldId="369"/>
        </pc:sldMkLst>
        <pc:spChg chg="mod">
          <ac:chgData name="Andy Hormazabal Budin" userId="1fd788182e78c07b" providerId="LiveId" clId="{3B8023F6-9503-44C6-8B8A-20E31B0A62D0}" dt="2026-08-07T07:08:03.046" v="3654"/>
          <ac:spMkLst>
            <pc:docMk/>
            <pc:sldMk cId="2959757106" sldId="369"/>
            <ac:spMk id="2" creationId="{A9432618-59EE-9469-3BF5-F7058DBCB4C9}"/>
          </ac:spMkLst>
        </pc:spChg>
      </pc:sldChg>
      <pc:sldChg chg="addSp delSp modSp new del mod">
        <pc:chgData name="Andy Hormazabal Budin" userId="1fd788182e78c07b" providerId="LiveId" clId="{3B8023F6-9503-44C6-8B8A-20E31B0A62D0}" dt="2026-08-07T05:58:13.860" v="3504" actId="47"/>
        <pc:sldMkLst>
          <pc:docMk/>
          <pc:sldMk cId="931623381" sldId="370"/>
        </pc:sldMkLst>
      </pc:sldChg>
      <pc:sldChg chg="modSp new del mod">
        <pc:chgData name="Andy Hormazabal Budin" userId="1fd788182e78c07b" providerId="LiveId" clId="{3B8023F6-9503-44C6-8B8A-20E31B0A62D0}" dt="2026-08-08T22:06:18.831" v="4423"/>
        <pc:sldMkLst>
          <pc:docMk/>
          <pc:sldMk cId="3320082913" sldId="370"/>
        </pc:sldMkLst>
        <pc:spChg chg="mod">
          <ac:chgData name="Andy Hormazabal Budin" userId="1fd788182e78c07b" providerId="LiveId" clId="{3B8023F6-9503-44C6-8B8A-20E31B0A62D0}" dt="2026-08-07T07:08:03.102" v="3659" actId="27636"/>
          <ac:spMkLst>
            <pc:docMk/>
            <pc:sldMk cId="3320082913" sldId="370"/>
            <ac:spMk id="2" creationId="{34962AC7-D981-0C5D-4884-561687E81931}"/>
          </ac:spMkLst>
        </pc:spChg>
        <pc:spChg chg="mod">
          <ac:chgData name="Andy Hormazabal Budin" userId="1fd788182e78c07b" providerId="LiveId" clId="{3B8023F6-9503-44C6-8B8A-20E31B0A62D0}" dt="2026-08-07T07:08:03.095" v="3658"/>
          <ac:spMkLst>
            <pc:docMk/>
            <pc:sldMk cId="3320082913" sldId="370"/>
            <ac:spMk id="3" creationId="{3A257E40-8B6E-3F55-BE7F-9DF378BB60F2}"/>
          </ac:spMkLst>
        </pc:spChg>
      </pc:sldChg>
      <pc:sldChg chg="addSp delSp modSp new del mod">
        <pc:chgData name="Andy Hormazabal Budin" userId="1fd788182e78c07b" providerId="LiveId" clId="{3B8023F6-9503-44C6-8B8A-20E31B0A62D0}" dt="2026-08-07T05:58:13.860" v="3504" actId="47"/>
        <pc:sldMkLst>
          <pc:docMk/>
          <pc:sldMk cId="970357547" sldId="371"/>
        </pc:sldMkLst>
      </pc:sldChg>
      <pc:sldChg chg="modSp new del mod">
        <pc:chgData name="Andy Hormazabal Budin" userId="1fd788182e78c07b" providerId="LiveId" clId="{3B8023F6-9503-44C6-8B8A-20E31B0A62D0}" dt="2026-08-08T22:06:32.309" v="4425"/>
        <pc:sldMkLst>
          <pc:docMk/>
          <pc:sldMk cId="1284587656" sldId="371"/>
        </pc:sldMkLst>
        <pc:spChg chg="mod">
          <ac:chgData name="Andy Hormazabal Budin" userId="1fd788182e78c07b" providerId="LiveId" clId="{3B8023F6-9503-44C6-8B8A-20E31B0A62D0}" dt="2026-08-07T07:08:03.171" v="3664" actId="27636"/>
          <ac:spMkLst>
            <pc:docMk/>
            <pc:sldMk cId="1284587656" sldId="371"/>
            <ac:spMk id="2" creationId="{A0BACB97-F0D0-5D14-619C-A0CB1DB7BD3E}"/>
          </ac:spMkLst>
        </pc:spChg>
        <pc:spChg chg="mod">
          <ac:chgData name="Andy Hormazabal Budin" userId="1fd788182e78c07b" providerId="LiveId" clId="{3B8023F6-9503-44C6-8B8A-20E31B0A62D0}" dt="2026-08-07T07:08:03.162" v="3663"/>
          <ac:spMkLst>
            <pc:docMk/>
            <pc:sldMk cId="1284587656" sldId="371"/>
            <ac:spMk id="3" creationId="{1DF9A4B7-681A-B46F-0F3D-A26878A6D74D}"/>
          </ac:spMkLst>
        </pc:spChg>
      </pc:sldChg>
      <pc:sldChg chg="modSp new del mod">
        <pc:chgData name="Andy Hormazabal Budin" userId="1fd788182e78c07b" providerId="LiveId" clId="{3B8023F6-9503-44C6-8B8A-20E31B0A62D0}" dt="2026-08-08T22:06:51.695" v="4427"/>
        <pc:sldMkLst>
          <pc:docMk/>
          <pc:sldMk cId="1657244842" sldId="372"/>
        </pc:sldMkLst>
        <pc:spChg chg="mod">
          <ac:chgData name="Andy Hormazabal Budin" userId="1fd788182e78c07b" providerId="LiveId" clId="{3B8023F6-9503-44C6-8B8A-20E31B0A62D0}" dt="2026-08-07T07:08:03.222" v="3669" actId="27636"/>
          <ac:spMkLst>
            <pc:docMk/>
            <pc:sldMk cId="1657244842" sldId="372"/>
            <ac:spMk id="2" creationId="{8890C36B-F500-E2F7-8713-BD3D67F0E53F}"/>
          </ac:spMkLst>
        </pc:spChg>
        <pc:spChg chg="mod">
          <ac:chgData name="Andy Hormazabal Budin" userId="1fd788182e78c07b" providerId="LiveId" clId="{3B8023F6-9503-44C6-8B8A-20E31B0A62D0}" dt="2026-08-07T07:08:03.216" v="3668"/>
          <ac:spMkLst>
            <pc:docMk/>
            <pc:sldMk cId="1657244842" sldId="372"/>
            <ac:spMk id="3" creationId="{672726A0-3A3E-348B-9ABB-612B00FD58A4}"/>
          </ac:spMkLst>
        </pc:spChg>
      </pc:sldChg>
      <pc:sldChg chg="modSp new del mod">
        <pc:chgData name="Andy Hormazabal Budin" userId="1fd788182e78c07b" providerId="LiveId" clId="{3B8023F6-9503-44C6-8B8A-20E31B0A62D0}" dt="2026-08-08T22:07:04.690" v="4429"/>
        <pc:sldMkLst>
          <pc:docMk/>
          <pc:sldMk cId="143050938" sldId="373"/>
        </pc:sldMkLst>
        <pc:spChg chg="mod">
          <ac:chgData name="Andy Hormazabal Budin" userId="1fd788182e78c07b" providerId="LiveId" clId="{3B8023F6-9503-44C6-8B8A-20E31B0A62D0}" dt="2026-08-07T07:08:03.310" v="3674" actId="27636"/>
          <ac:spMkLst>
            <pc:docMk/>
            <pc:sldMk cId="143050938" sldId="373"/>
            <ac:spMk id="2" creationId="{DE23D4D2-4D28-722D-ADED-0FE0AB304A6B}"/>
          </ac:spMkLst>
        </pc:spChg>
        <pc:spChg chg="mod">
          <ac:chgData name="Andy Hormazabal Budin" userId="1fd788182e78c07b" providerId="LiveId" clId="{3B8023F6-9503-44C6-8B8A-20E31B0A62D0}" dt="2026-08-07T07:08:03.300" v="3673"/>
          <ac:spMkLst>
            <pc:docMk/>
            <pc:sldMk cId="143050938" sldId="373"/>
            <ac:spMk id="3" creationId="{605E705E-AA39-1D9D-6461-EFF86C0F4E1B}"/>
          </ac:spMkLst>
        </pc:spChg>
      </pc:sldChg>
      <pc:sldChg chg="add del">
        <pc:chgData name="Andy Hormazabal Budin" userId="1fd788182e78c07b" providerId="LiveId" clId="{3B8023F6-9503-44C6-8B8A-20E31B0A62D0}" dt="2026-08-07T05:58:13.860" v="3504" actId="47"/>
        <pc:sldMkLst>
          <pc:docMk/>
          <pc:sldMk cId="3335285202" sldId="373"/>
        </pc:sldMkLst>
      </pc:sldChg>
      <pc:sldChg chg="modSp new del mod">
        <pc:chgData name="Andy Hormazabal Budin" userId="1fd788182e78c07b" providerId="LiveId" clId="{3B8023F6-9503-44C6-8B8A-20E31B0A62D0}" dt="2026-08-08T22:07:18.861" v="4431"/>
        <pc:sldMkLst>
          <pc:docMk/>
          <pc:sldMk cId="75467105" sldId="374"/>
        </pc:sldMkLst>
        <pc:spChg chg="mod">
          <ac:chgData name="Andy Hormazabal Budin" userId="1fd788182e78c07b" providerId="LiveId" clId="{3B8023F6-9503-44C6-8B8A-20E31B0A62D0}" dt="2026-08-07T07:08:03.382" v="3679" actId="27636"/>
          <ac:spMkLst>
            <pc:docMk/>
            <pc:sldMk cId="75467105" sldId="374"/>
            <ac:spMk id="2" creationId="{4355435C-36AB-7F5A-9999-6235183ECC3D}"/>
          </ac:spMkLst>
        </pc:spChg>
        <pc:spChg chg="mod">
          <ac:chgData name="Andy Hormazabal Budin" userId="1fd788182e78c07b" providerId="LiveId" clId="{3B8023F6-9503-44C6-8B8A-20E31B0A62D0}" dt="2026-08-07T07:08:03.372" v="3678"/>
          <ac:spMkLst>
            <pc:docMk/>
            <pc:sldMk cId="75467105" sldId="374"/>
            <ac:spMk id="3" creationId="{3671DD56-A5D0-AF52-9FA5-B2FB117E999A}"/>
          </ac:spMkLst>
        </pc:spChg>
      </pc:sldChg>
      <pc:sldChg chg="addSp delSp modSp new del mod">
        <pc:chgData name="Andy Hormazabal Budin" userId="1fd788182e78c07b" providerId="LiveId" clId="{3B8023F6-9503-44C6-8B8A-20E31B0A62D0}" dt="2026-08-07T05:58:13.860" v="3504" actId="47"/>
        <pc:sldMkLst>
          <pc:docMk/>
          <pc:sldMk cId="1485123240" sldId="374"/>
        </pc:sldMkLst>
      </pc:sldChg>
      <pc:sldChg chg="modSp new del mod">
        <pc:chgData name="Andy Hormazabal Budin" userId="1fd788182e78c07b" providerId="LiveId" clId="{3B8023F6-9503-44C6-8B8A-20E31B0A62D0}" dt="2026-08-08T22:07:30.725" v="4433"/>
        <pc:sldMkLst>
          <pc:docMk/>
          <pc:sldMk cId="1018692375" sldId="375"/>
        </pc:sldMkLst>
        <pc:spChg chg="mod">
          <ac:chgData name="Andy Hormazabal Budin" userId="1fd788182e78c07b" providerId="LiveId" clId="{3B8023F6-9503-44C6-8B8A-20E31B0A62D0}" dt="2026-08-07T07:08:27.459" v="3686"/>
          <ac:spMkLst>
            <pc:docMk/>
            <pc:sldMk cId="1018692375" sldId="375"/>
            <ac:spMk id="2" creationId="{5DABBA77-A005-1A30-6435-A025887073E8}"/>
          </ac:spMkLst>
        </pc:spChg>
      </pc:sldChg>
      <pc:sldChg chg="addSp delSp modSp new del mod">
        <pc:chgData name="Andy Hormazabal Budin" userId="1fd788182e78c07b" providerId="LiveId" clId="{3B8023F6-9503-44C6-8B8A-20E31B0A62D0}" dt="2026-08-07T05:58:13.860" v="3504" actId="47"/>
        <pc:sldMkLst>
          <pc:docMk/>
          <pc:sldMk cId="3064543034" sldId="375"/>
        </pc:sldMkLst>
      </pc:sldChg>
      <pc:sldChg chg="modSp new del mod">
        <pc:chgData name="Andy Hormazabal Budin" userId="1fd788182e78c07b" providerId="LiveId" clId="{3B8023F6-9503-44C6-8B8A-20E31B0A62D0}" dt="2026-08-08T22:07:42.036" v="4435"/>
        <pc:sldMkLst>
          <pc:docMk/>
          <pc:sldMk cId="1284992120" sldId="376"/>
        </pc:sldMkLst>
        <pc:spChg chg="mod">
          <ac:chgData name="Andy Hormazabal Budin" userId="1fd788182e78c07b" providerId="LiveId" clId="{3B8023F6-9503-44C6-8B8A-20E31B0A62D0}" dt="2026-08-07T07:08:27.489" v="3691" actId="27636"/>
          <ac:spMkLst>
            <pc:docMk/>
            <pc:sldMk cId="1284992120" sldId="376"/>
            <ac:spMk id="2" creationId="{FA3A4621-2722-9EAE-6410-AA3129ABB1E6}"/>
          </ac:spMkLst>
        </pc:spChg>
        <pc:spChg chg="mod">
          <ac:chgData name="Andy Hormazabal Budin" userId="1fd788182e78c07b" providerId="LiveId" clId="{3B8023F6-9503-44C6-8B8A-20E31B0A62D0}" dt="2026-08-07T07:08:27.489" v="3690"/>
          <ac:spMkLst>
            <pc:docMk/>
            <pc:sldMk cId="1284992120" sldId="376"/>
            <ac:spMk id="3" creationId="{9F4A9357-905B-3F52-5641-0CBDEDD1647B}"/>
          </ac:spMkLst>
        </pc:spChg>
      </pc:sldChg>
      <pc:sldChg chg="modSp add del mod">
        <pc:chgData name="Andy Hormazabal Budin" userId="1fd788182e78c07b" providerId="LiveId" clId="{3B8023F6-9503-44C6-8B8A-20E31B0A62D0}" dt="2026-08-07T05:58:13.860" v="3504" actId="47"/>
        <pc:sldMkLst>
          <pc:docMk/>
          <pc:sldMk cId="1171082426" sldId="377"/>
        </pc:sldMkLst>
      </pc:sldChg>
      <pc:sldChg chg="modSp new del mod">
        <pc:chgData name="Andy Hormazabal Budin" userId="1fd788182e78c07b" providerId="LiveId" clId="{3B8023F6-9503-44C6-8B8A-20E31B0A62D0}" dt="2026-08-08T22:07:59.994" v="4437"/>
        <pc:sldMkLst>
          <pc:docMk/>
          <pc:sldMk cId="3398656557" sldId="377"/>
        </pc:sldMkLst>
        <pc:spChg chg="mod">
          <ac:chgData name="Andy Hormazabal Budin" userId="1fd788182e78c07b" providerId="LiveId" clId="{3B8023F6-9503-44C6-8B8A-20E31B0A62D0}" dt="2026-08-07T07:08:27.531" v="3696" actId="27636"/>
          <ac:spMkLst>
            <pc:docMk/>
            <pc:sldMk cId="3398656557" sldId="377"/>
            <ac:spMk id="2" creationId="{18C675DF-BA01-BBB8-A931-E871166954DF}"/>
          </ac:spMkLst>
        </pc:spChg>
        <pc:spChg chg="mod">
          <ac:chgData name="Andy Hormazabal Budin" userId="1fd788182e78c07b" providerId="LiveId" clId="{3B8023F6-9503-44C6-8B8A-20E31B0A62D0}" dt="2026-08-07T07:08:27.531" v="3695"/>
          <ac:spMkLst>
            <pc:docMk/>
            <pc:sldMk cId="3398656557" sldId="377"/>
            <ac:spMk id="3" creationId="{28731A86-C265-B9F7-BBA1-7E3F33297E81}"/>
          </ac:spMkLst>
        </pc:spChg>
      </pc:sldChg>
      <pc:sldChg chg="new del">
        <pc:chgData name="Andy Hormazabal Budin" userId="1fd788182e78c07b" providerId="LiveId" clId="{3B8023F6-9503-44C6-8B8A-20E31B0A62D0}" dt="2026-08-08T22:08:10.967" v="4439"/>
        <pc:sldMkLst>
          <pc:docMk/>
          <pc:sldMk cId="653452488" sldId="378"/>
        </pc:sldMkLst>
      </pc:sldChg>
      <pc:sldChg chg="add del">
        <pc:chgData name="Andy Hormazabal Budin" userId="1fd788182e78c07b" providerId="LiveId" clId="{3B8023F6-9503-44C6-8B8A-20E31B0A62D0}" dt="2026-08-07T07:16:06.320" v="3810"/>
        <pc:sldMkLst>
          <pc:docMk/>
          <pc:sldMk cId="1060011467" sldId="379"/>
        </pc:sldMkLst>
      </pc:sldChg>
      <pc:sldChg chg="modSp add del mod">
        <pc:chgData name="Andy Hormazabal Budin" userId="1fd788182e78c07b" providerId="LiveId" clId="{3B8023F6-9503-44C6-8B8A-20E31B0A62D0}" dt="2026-08-07T05:58:13.860" v="3504" actId="47"/>
        <pc:sldMkLst>
          <pc:docMk/>
          <pc:sldMk cId="3171404467" sldId="379"/>
        </pc:sldMkLst>
      </pc:sldChg>
      <pc:sldChg chg="add del">
        <pc:chgData name="Andy Hormazabal Budin" userId="1fd788182e78c07b" providerId="LiveId" clId="{3B8023F6-9503-44C6-8B8A-20E31B0A62D0}" dt="2026-08-07T07:16:08.068" v="3812"/>
        <pc:sldMkLst>
          <pc:docMk/>
          <pc:sldMk cId="3056895242" sldId="380"/>
        </pc:sldMkLst>
      </pc:sldChg>
      <pc:sldChg chg="add del">
        <pc:chgData name="Andy Hormazabal Budin" userId="1fd788182e78c07b" providerId="LiveId" clId="{3B8023F6-9503-44C6-8B8A-20E31B0A62D0}" dt="2026-08-08T22:03:21.110" v="4397"/>
        <pc:sldMkLst>
          <pc:docMk/>
          <pc:sldMk cId="2495508455" sldId="381"/>
        </pc:sldMkLst>
      </pc:sldChg>
      <pc:sldChg chg="modSp add del mod">
        <pc:chgData name="Andy Hormazabal Budin" userId="1fd788182e78c07b" providerId="LiveId" clId="{3B8023F6-9503-44C6-8B8A-20E31B0A62D0}" dt="2026-08-07T05:58:13.860" v="3504" actId="47"/>
        <pc:sldMkLst>
          <pc:docMk/>
          <pc:sldMk cId="3948342819" sldId="381"/>
        </pc:sldMkLst>
      </pc:sldChg>
      <pc:sldChg chg="add del">
        <pc:chgData name="Andy Hormazabal Budin" userId="1fd788182e78c07b" providerId="LiveId" clId="{3B8023F6-9503-44C6-8B8A-20E31B0A62D0}" dt="2026-08-07T07:22:36.092" v="3921"/>
        <pc:sldMkLst>
          <pc:docMk/>
          <pc:sldMk cId="2821317745" sldId="382"/>
        </pc:sldMkLst>
      </pc:sldChg>
      <pc:sldChg chg="addSp modSp add del mod">
        <pc:chgData name="Andy Hormazabal Budin" userId="1fd788182e78c07b" providerId="LiveId" clId="{3B8023F6-9503-44C6-8B8A-20E31B0A62D0}" dt="2026-08-07T05:58:13.860" v="3504" actId="47"/>
        <pc:sldMkLst>
          <pc:docMk/>
          <pc:sldMk cId="237982510" sldId="383"/>
        </pc:sldMkLst>
      </pc:sldChg>
      <pc:sldChg chg="add del">
        <pc:chgData name="Andy Hormazabal Budin" userId="1fd788182e78c07b" providerId="LiveId" clId="{3B8023F6-9503-44C6-8B8A-20E31B0A62D0}" dt="2026-08-07T07:22:37.561" v="3923"/>
        <pc:sldMkLst>
          <pc:docMk/>
          <pc:sldMk cId="970739343" sldId="383"/>
        </pc:sldMkLst>
      </pc:sldChg>
      <pc:sldChg chg="add del">
        <pc:chgData name="Andy Hormazabal Budin" userId="1fd788182e78c07b" providerId="LiveId" clId="{3B8023F6-9503-44C6-8B8A-20E31B0A62D0}" dt="2026-08-07T07:22:39.627" v="3925"/>
        <pc:sldMkLst>
          <pc:docMk/>
          <pc:sldMk cId="818448445" sldId="384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4154763042" sldId="384"/>
        </pc:sldMkLst>
      </pc:sldChg>
      <pc:sldChg chg="add del">
        <pc:chgData name="Andy Hormazabal Budin" userId="1fd788182e78c07b" providerId="LiveId" clId="{3B8023F6-9503-44C6-8B8A-20E31B0A62D0}" dt="2026-08-08T22:04:12.650" v="4405"/>
        <pc:sldMkLst>
          <pc:docMk/>
          <pc:sldMk cId="2489767126" sldId="385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225365754" sldId="385"/>
        </pc:sldMkLst>
      </pc:sldChg>
      <pc:sldChg chg="add del">
        <pc:chgData name="Andy Hormazabal Budin" userId="1fd788182e78c07b" providerId="LiveId" clId="{3B8023F6-9503-44C6-8B8A-20E31B0A62D0}" dt="2026-08-07T07:24:28.821" v="3985"/>
        <pc:sldMkLst>
          <pc:docMk/>
          <pc:sldMk cId="1343814412" sldId="386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992903234" sldId="386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2615440583" sldId="387"/>
        </pc:sldMkLst>
      </pc:sldChg>
      <pc:sldChg chg="addSp delSp modSp add del mod">
        <pc:chgData name="Andy Hormazabal Budin" userId="1fd788182e78c07b" providerId="LiveId" clId="{3B8023F6-9503-44C6-8B8A-20E31B0A62D0}" dt="2026-08-08T22:04:43.162" v="4409"/>
        <pc:sldMkLst>
          <pc:docMk/>
          <pc:sldMk cId="4212018696" sldId="387"/>
        </pc:sldMkLst>
        <pc:spChg chg="add mod">
          <ac:chgData name="Andy Hormazabal Budin" userId="1fd788182e78c07b" providerId="LiveId" clId="{3B8023F6-9503-44C6-8B8A-20E31B0A62D0}" dt="2026-08-07T07:25:36.597" v="3997"/>
          <ac:spMkLst>
            <pc:docMk/>
            <pc:sldMk cId="4212018696" sldId="387"/>
            <ac:spMk id="3" creationId="{6E04EBB0-2BD3-4056-AE15-E8C6AD5D06F2}"/>
          </ac:spMkLst>
        </pc:spChg>
        <pc:spChg chg="add mod">
          <ac:chgData name="Andy Hormazabal Budin" userId="1fd788182e78c07b" providerId="LiveId" clId="{3B8023F6-9503-44C6-8B8A-20E31B0A62D0}" dt="2026-08-07T07:25:36.611" v="4006"/>
          <ac:spMkLst>
            <pc:docMk/>
            <pc:sldMk cId="4212018696" sldId="387"/>
            <ac:spMk id="4" creationId="{E1B5B3C4-87DA-458B-A032-04677E57F481}"/>
          </ac:spMkLst>
        </pc:spChg>
        <pc:spChg chg="mod">
          <ac:chgData name="Andy Hormazabal Budin" userId="1fd788182e78c07b" providerId="LiveId" clId="{3B8023F6-9503-44C6-8B8A-20E31B0A62D0}" dt="2026-08-07T07:25:36.524" v="3986"/>
          <ac:spMkLst>
            <pc:docMk/>
            <pc:sldMk cId="4212018696" sldId="387"/>
            <ac:spMk id="6" creationId="{24A23514-BC07-4674-A4EA-967531CA3EE4}"/>
          </ac:spMkLst>
        </pc:spChg>
        <pc:spChg chg="del">
          <ac:chgData name="Andy Hormazabal Budin" userId="1fd788182e78c07b" providerId="LiveId" clId="{3B8023F6-9503-44C6-8B8A-20E31B0A62D0}" dt="2026-08-07T07:25:36.575" v="3987"/>
          <ac:spMkLst>
            <pc:docMk/>
            <pc:sldMk cId="4212018696" sldId="387"/>
            <ac:spMk id="8" creationId="{A4DA0A71-CEFD-4932-84AD-B662CC1032E7}"/>
          </ac:spMkLst>
        </pc:spChg>
        <pc:spChg chg="del">
          <ac:chgData name="Andy Hormazabal Budin" userId="1fd788182e78c07b" providerId="LiveId" clId="{3B8023F6-9503-44C6-8B8A-20E31B0A62D0}" dt="2026-08-07T07:25:36.577" v="3988"/>
          <ac:spMkLst>
            <pc:docMk/>
            <pc:sldMk cId="4212018696" sldId="387"/>
            <ac:spMk id="12" creationId="{3F0B884A-AE75-425A-90E8-51B5F80ED360}"/>
          </ac:spMkLst>
        </pc:spChg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606195681" sldId="388"/>
        </pc:sldMkLst>
      </pc:sldChg>
      <pc:sldChg chg="add del">
        <pc:chgData name="Andy Hormazabal Budin" userId="1fd788182e78c07b" providerId="LiveId" clId="{3B8023F6-9503-44C6-8B8A-20E31B0A62D0}" dt="2026-08-07T07:26:22.278" v="4066"/>
        <pc:sldMkLst>
          <pc:docMk/>
          <pc:sldMk cId="1583434215" sldId="388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535564740" sldId="389"/>
        </pc:sldMkLst>
      </pc:sldChg>
      <pc:sldChg chg="add del">
        <pc:chgData name="Andy Hormazabal Budin" userId="1fd788182e78c07b" providerId="LiveId" clId="{3B8023F6-9503-44C6-8B8A-20E31B0A62D0}" dt="2026-08-08T22:04:56.250" v="4411"/>
        <pc:sldMkLst>
          <pc:docMk/>
          <pc:sldMk cId="2298021457" sldId="389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237022383" sldId="390"/>
        </pc:sldMkLst>
      </pc:sldChg>
      <pc:sldChg chg="modSp new del mod ord">
        <pc:chgData name="Andy Hormazabal Budin" userId="1fd788182e78c07b" providerId="LiveId" clId="{3B8023F6-9503-44C6-8B8A-20E31B0A62D0}" dt="2026-08-08T22:02:14.536" v="4387"/>
        <pc:sldMkLst>
          <pc:docMk/>
          <pc:sldMk cId="3816397632" sldId="390"/>
        </pc:sldMkLst>
        <pc:spChg chg="mod">
          <ac:chgData name="Andy Hormazabal Budin" userId="1fd788182e78c07b" providerId="LiveId" clId="{3B8023F6-9503-44C6-8B8A-20E31B0A62D0}" dt="2026-08-07T07:35:54.479" v="4337" actId="27636"/>
          <ac:spMkLst>
            <pc:docMk/>
            <pc:sldMk cId="3816397632" sldId="390"/>
            <ac:spMk id="2" creationId="{33FCF3C8-5D2F-8924-BF4E-94358ED2A8B9}"/>
          </ac:spMkLst>
        </pc:spChg>
        <pc:spChg chg="mod">
          <ac:chgData name="Andy Hormazabal Budin" userId="1fd788182e78c07b" providerId="LiveId" clId="{3B8023F6-9503-44C6-8B8A-20E31B0A62D0}" dt="2026-08-07T07:35:54.473" v="4336"/>
          <ac:spMkLst>
            <pc:docMk/>
            <pc:sldMk cId="3816397632" sldId="390"/>
            <ac:spMk id="3" creationId="{D5C138D7-86BA-185F-C256-9F0B7C2DEFD9}"/>
          </ac:spMkLst>
        </pc:spChg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77660406" sldId="391"/>
        </pc:sldMkLst>
      </pc:sldChg>
      <pc:sldChg chg="modSp new del mod ord">
        <pc:chgData name="Andy Hormazabal Budin" userId="1fd788182e78c07b" providerId="LiveId" clId="{3B8023F6-9503-44C6-8B8A-20E31B0A62D0}" dt="2026-08-08T22:02:40.388" v="4391"/>
        <pc:sldMkLst>
          <pc:docMk/>
          <pc:sldMk cId="3084469167" sldId="391"/>
        </pc:sldMkLst>
        <pc:spChg chg="mod">
          <ac:chgData name="Andy Hormazabal Budin" userId="1fd788182e78c07b" providerId="LiveId" clId="{3B8023F6-9503-44C6-8B8A-20E31B0A62D0}" dt="2026-08-07T07:35:54.566" v="4343" actId="27636"/>
          <ac:spMkLst>
            <pc:docMk/>
            <pc:sldMk cId="3084469167" sldId="391"/>
            <ac:spMk id="2" creationId="{83DF6794-D6EA-2A7B-5454-E0AE1D6EE4A2}"/>
          </ac:spMkLst>
        </pc:spChg>
        <pc:spChg chg="mod">
          <ac:chgData name="Andy Hormazabal Budin" userId="1fd788182e78c07b" providerId="LiveId" clId="{3B8023F6-9503-44C6-8B8A-20E31B0A62D0}" dt="2026-08-07T07:35:54.562" v="4342"/>
          <ac:spMkLst>
            <pc:docMk/>
            <pc:sldMk cId="3084469167" sldId="391"/>
            <ac:spMk id="3" creationId="{7D9FBE64-2FCA-201B-7B50-4AF60948A7EA}"/>
          </ac:spMkLst>
        </pc:spChg>
      </pc:sldChg>
      <pc:sldChg chg="modSp new del mod ord">
        <pc:chgData name="Andy Hormazabal Budin" userId="1fd788182e78c07b" providerId="LiveId" clId="{3B8023F6-9503-44C6-8B8A-20E31B0A62D0}" dt="2026-08-08T22:02:51.779" v="4393"/>
        <pc:sldMkLst>
          <pc:docMk/>
          <pc:sldMk cId="1472662969" sldId="392"/>
        </pc:sldMkLst>
        <pc:spChg chg="mod">
          <ac:chgData name="Andy Hormazabal Budin" userId="1fd788182e78c07b" providerId="LiveId" clId="{3B8023F6-9503-44C6-8B8A-20E31B0A62D0}" dt="2026-08-07T07:35:54.649" v="4349" actId="27636"/>
          <ac:spMkLst>
            <pc:docMk/>
            <pc:sldMk cId="1472662969" sldId="392"/>
            <ac:spMk id="2" creationId="{D5CBD7E5-0DEE-CCC3-DC28-749A9332850E}"/>
          </ac:spMkLst>
        </pc:spChg>
        <pc:spChg chg="mod">
          <ac:chgData name="Andy Hormazabal Budin" userId="1fd788182e78c07b" providerId="LiveId" clId="{3B8023F6-9503-44C6-8B8A-20E31B0A62D0}" dt="2026-08-07T07:35:54.644" v="4348"/>
          <ac:spMkLst>
            <pc:docMk/>
            <pc:sldMk cId="1472662969" sldId="392"/>
            <ac:spMk id="3" creationId="{B6612C59-3CAF-9982-0D09-930090E7CB6E}"/>
          </ac:spMkLst>
        </pc:spChg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629706572" sldId="392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30324923" sldId="393"/>
        </pc:sldMkLst>
      </pc:sldChg>
      <pc:sldChg chg="modSp new del mod ord">
        <pc:chgData name="Andy Hormazabal Budin" userId="1fd788182e78c07b" providerId="LiveId" clId="{3B8023F6-9503-44C6-8B8A-20E31B0A62D0}" dt="2026-08-08T22:03:04.350" v="4395"/>
        <pc:sldMkLst>
          <pc:docMk/>
          <pc:sldMk cId="372144657" sldId="393"/>
        </pc:sldMkLst>
        <pc:spChg chg="mod">
          <ac:chgData name="Andy Hormazabal Budin" userId="1fd788182e78c07b" providerId="LiveId" clId="{3B8023F6-9503-44C6-8B8A-20E31B0A62D0}" dt="2026-08-07T07:35:54.778" v="4355" actId="27636"/>
          <ac:spMkLst>
            <pc:docMk/>
            <pc:sldMk cId="372144657" sldId="393"/>
            <ac:spMk id="2" creationId="{77711879-CA54-6EBB-F30C-4531B155DAC6}"/>
          </ac:spMkLst>
        </pc:spChg>
        <pc:spChg chg="mod">
          <ac:chgData name="Andy Hormazabal Budin" userId="1fd788182e78c07b" providerId="LiveId" clId="{3B8023F6-9503-44C6-8B8A-20E31B0A62D0}" dt="2026-08-07T07:35:54.776" v="4354"/>
          <ac:spMkLst>
            <pc:docMk/>
            <pc:sldMk cId="372144657" sldId="393"/>
            <ac:spMk id="3" creationId="{B61AFD2B-E621-E1BB-8379-57B49D5B0672}"/>
          </ac:spMkLst>
        </pc:spChg>
      </pc:sldChg>
      <pc:sldChg chg="add del ord">
        <pc:chgData name="Andy Hormazabal Budin" userId="1fd788182e78c07b" providerId="LiveId" clId="{3B8023F6-9503-44C6-8B8A-20E31B0A62D0}" dt="2026-08-07T08:14:44.468" v="4360"/>
        <pc:sldMkLst>
          <pc:docMk/>
          <pc:sldMk cId="527298847" sldId="394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2329787756" sldId="394"/>
        </pc:sldMkLst>
      </pc:sldChg>
      <pc:sldChg chg="add del">
        <pc:chgData name="Andy Hormazabal Budin" userId="1fd788182e78c07b" providerId="LiveId" clId="{3B8023F6-9503-44C6-8B8A-20E31B0A62D0}" dt="2026-08-07T08:15:08.802" v="4362"/>
        <pc:sldMkLst>
          <pc:docMk/>
          <pc:sldMk cId="1867984190" sldId="395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962332049" sldId="395"/>
        </pc:sldMkLst>
      </pc:sldChg>
      <pc:sldChg chg="add del">
        <pc:chgData name="Andy Hormazabal Budin" userId="1fd788182e78c07b" providerId="LiveId" clId="{3B8023F6-9503-44C6-8B8A-20E31B0A62D0}" dt="2026-08-08T22:05:52.460" v="4419"/>
        <pc:sldMkLst>
          <pc:docMk/>
          <pc:sldMk cId="1427944759" sldId="396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718756803" sldId="396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478551435" sldId="397"/>
        </pc:sldMkLst>
      </pc:sldChg>
      <pc:sldChg chg="add del">
        <pc:chgData name="Andy Hormazabal Budin" userId="1fd788182e78c07b" providerId="LiveId" clId="{3B8023F6-9503-44C6-8B8A-20E31B0A62D0}" dt="2026-08-08T22:02:27.127" v="4389"/>
        <pc:sldMkLst>
          <pc:docMk/>
          <pc:sldMk cId="2035322256" sldId="397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815329545" sldId="398"/>
        </pc:sldMkLst>
      </pc:sldChg>
      <pc:sldChg chg="add">
        <pc:chgData name="Andy Hormazabal Budin" userId="1fd788182e78c07b" providerId="LiveId" clId="{3B8023F6-9503-44C6-8B8A-20E31B0A62D0}" dt="2026-08-08T21:59:23.547" v="4364"/>
        <pc:sldMkLst>
          <pc:docMk/>
          <pc:sldMk cId="3669021524" sldId="398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777019866" sldId="399"/>
        </pc:sldMkLst>
      </pc:sldChg>
      <pc:sldChg chg="modSp add mod">
        <pc:chgData name="Andy Hormazabal Budin" userId="1fd788182e78c07b" providerId="LiveId" clId="{3B8023F6-9503-44C6-8B8A-20E31B0A62D0}" dt="2026-08-08T22:10:33.262" v="4458" actId="12"/>
        <pc:sldMkLst>
          <pc:docMk/>
          <pc:sldMk cId="3273349027" sldId="399"/>
        </pc:sldMkLst>
        <pc:spChg chg="mod">
          <ac:chgData name="Andy Hormazabal Budin" userId="1fd788182e78c07b" providerId="LiveId" clId="{3B8023F6-9503-44C6-8B8A-20E31B0A62D0}" dt="2026-08-08T22:10:01.254" v="4444" actId="403"/>
          <ac:spMkLst>
            <pc:docMk/>
            <pc:sldMk cId="3273349027" sldId="399"/>
            <ac:spMk id="2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8T22:10:33.262" v="4458" actId="12"/>
          <ac:spMkLst>
            <pc:docMk/>
            <pc:sldMk cId="3273349027" sldId="399"/>
            <ac:spMk id="21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8T22:10:01.254" v="4444" actId="403"/>
          <ac:spMkLst>
            <pc:docMk/>
            <pc:sldMk cId="3273349027" sldId="399"/>
            <ac:spMk id="3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8T22:10:19.763" v="4456" actId="20577"/>
          <ac:spMkLst>
            <pc:docMk/>
            <pc:sldMk cId="3273349027" sldId="399"/>
            <ac:spMk id="31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8T22:10:01.254" v="4444" actId="403"/>
          <ac:spMkLst>
            <pc:docMk/>
            <pc:sldMk cId="3273349027" sldId="399"/>
            <ac:spMk id="40" creationId="{00000000-0000-0000-0000-000000000000}"/>
          </ac:spMkLst>
        </pc:spChg>
        <pc:spChg chg="mod">
          <ac:chgData name="Andy Hormazabal Budin" userId="1fd788182e78c07b" providerId="LiveId" clId="{3B8023F6-9503-44C6-8B8A-20E31B0A62D0}" dt="2026-08-08T22:10:01.254" v="4444" actId="403"/>
          <ac:spMkLst>
            <pc:docMk/>
            <pc:sldMk cId="3273349027" sldId="399"/>
            <ac:spMk id="41" creationId="{00000000-0000-0000-0000-000000000000}"/>
          </ac:spMkLst>
        </pc:spChg>
      </pc:sldChg>
      <pc:sldChg chg="add">
        <pc:chgData name="Andy Hormazabal Budin" userId="1fd788182e78c07b" providerId="LiveId" clId="{3B8023F6-9503-44C6-8B8A-20E31B0A62D0}" dt="2026-08-08T22:00:05.031" v="4368"/>
        <pc:sldMkLst>
          <pc:docMk/>
          <pc:sldMk cId="321969300" sldId="400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709648869" sldId="400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180586026" sldId="401"/>
        </pc:sldMkLst>
      </pc:sldChg>
      <pc:sldChg chg="add">
        <pc:chgData name="Andy Hormazabal Budin" userId="1fd788182e78c07b" providerId="LiveId" clId="{3B8023F6-9503-44C6-8B8A-20E31B0A62D0}" dt="2026-08-08T22:00:17.067" v="4370"/>
        <pc:sldMkLst>
          <pc:docMk/>
          <pc:sldMk cId="3778411558" sldId="401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405051578" sldId="402"/>
        </pc:sldMkLst>
      </pc:sldChg>
      <pc:sldChg chg="add">
        <pc:chgData name="Andy Hormazabal Budin" userId="1fd788182e78c07b" providerId="LiveId" clId="{3B8023F6-9503-44C6-8B8A-20E31B0A62D0}" dt="2026-08-08T22:00:30.567" v="4372"/>
        <pc:sldMkLst>
          <pc:docMk/>
          <pc:sldMk cId="3701722566" sldId="402"/>
        </pc:sldMkLst>
      </pc:sldChg>
      <pc:sldChg chg="add">
        <pc:chgData name="Andy Hormazabal Budin" userId="1fd788182e78c07b" providerId="LiveId" clId="{3B8023F6-9503-44C6-8B8A-20E31B0A62D0}" dt="2026-08-08T22:00:44.149" v="4374"/>
        <pc:sldMkLst>
          <pc:docMk/>
          <pc:sldMk cId="3528185473" sldId="403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4185798564" sldId="403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2624160062" sldId="404"/>
        </pc:sldMkLst>
      </pc:sldChg>
      <pc:sldChg chg="add">
        <pc:chgData name="Andy Hormazabal Budin" userId="1fd788182e78c07b" providerId="LiveId" clId="{3B8023F6-9503-44C6-8B8A-20E31B0A62D0}" dt="2026-08-08T22:01:03.986" v="4376"/>
        <pc:sldMkLst>
          <pc:docMk/>
          <pc:sldMk cId="4243158260" sldId="404"/>
        </pc:sldMkLst>
      </pc:sldChg>
      <pc:sldChg chg="add">
        <pc:chgData name="Andy Hormazabal Budin" userId="1fd788182e78c07b" providerId="LiveId" clId="{3B8023F6-9503-44C6-8B8A-20E31B0A62D0}" dt="2026-08-08T22:01:16.639" v="4378"/>
        <pc:sldMkLst>
          <pc:docMk/>
          <pc:sldMk cId="2991834382" sldId="405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4268959125" sldId="405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152781129" sldId="406"/>
        </pc:sldMkLst>
      </pc:sldChg>
      <pc:sldChg chg="add">
        <pc:chgData name="Andy Hormazabal Budin" userId="1fd788182e78c07b" providerId="LiveId" clId="{3B8023F6-9503-44C6-8B8A-20E31B0A62D0}" dt="2026-08-08T22:01:29.342" v="4380"/>
        <pc:sldMkLst>
          <pc:docMk/>
          <pc:sldMk cId="1806668984" sldId="406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990194890" sldId="407"/>
        </pc:sldMkLst>
      </pc:sldChg>
      <pc:sldChg chg="add">
        <pc:chgData name="Andy Hormazabal Budin" userId="1fd788182e78c07b" providerId="LiveId" clId="{3B8023F6-9503-44C6-8B8A-20E31B0A62D0}" dt="2026-08-08T22:01:42.300" v="4382"/>
        <pc:sldMkLst>
          <pc:docMk/>
          <pc:sldMk cId="4160358994" sldId="407"/>
        </pc:sldMkLst>
      </pc:sldChg>
      <pc:sldChg chg="add">
        <pc:chgData name="Andy Hormazabal Budin" userId="1fd788182e78c07b" providerId="LiveId" clId="{3B8023F6-9503-44C6-8B8A-20E31B0A62D0}" dt="2026-08-08T22:01:54.855" v="4384"/>
        <pc:sldMkLst>
          <pc:docMk/>
          <pc:sldMk cId="608287994" sldId="408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3662150091" sldId="408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614626325" sldId="409"/>
        </pc:sldMkLst>
      </pc:sldChg>
      <pc:sldChg chg="add del">
        <pc:chgData name="Andy Hormazabal Budin" userId="1fd788182e78c07b" providerId="LiveId" clId="{3B8023F6-9503-44C6-8B8A-20E31B0A62D0}" dt="2026-08-08T22:11:13.632" v="4461"/>
        <pc:sldMkLst>
          <pc:docMk/>
          <pc:sldMk cId="3374993526" sldId="409"/>
        </pc:sldMkLst>
      </pc:sldChg>
      <pc:sldChg chg="addSp delSp modSp new del mod ord">
        <pc:chgData name="Andy Hormazabal Budin" userId="1fd788182e78c07b" providerId="LiveId" clId="{3B8023F6-9503-44C6-8B8A-20E31B0A62D0}" dt="2026-08-07T05:58:13.860" v="3504" actId="47"/>
        <pc:sldMkLst>
          <pc:docMk/>
          <pc:sldMk cId="1411865782" sldId="410"/>
        </pc:sldMkLst>
      </pc:sldChg>
      <pc:sldChg chg="add del">
        <pc:chgData name="Andy Hormazabal Budin" userId="1fd788182e78c07b" providerId="LiveId" clId="{3B8023F6-9503-44C6-8B8A-20E31B0A62D0}" dt="2026-08-08T22:10:58.127" v="4459"/>
        <pc:sldMkLst>
          <pc:docMk/>
          <pc:sldMk cId="2631045086" sldId="410"/>
        </pc:sldMkLst>
      </pc:sldChg>
      <pc:sldChg chg="add">
        <pc:chgData name="Andy Hormazabal Budin" userId="1fd788182e78c07b" providerId="LiveId" clId="{3B8023F6-9503-44C6-8B8A-20E31B0A62D0}" dt="2026-08-08T22:02:40.364" v="4390"/>
        <pc:sldMkLst>
          <pc:docMk/>
          <pc:sldMk cId="2291823100" sldId="411"/>
        </pc:sldMkLst>
      </pc:sldChg>
      <pc:sldChg chg="add">
        <pc:chgData name="Andy Hormazabal Budin" userId="1fd788182e78c07b" providerId="LiveId" clId="{3B8023F6-9503-44C6-8B8A-20E31B0A62D0}" dt="2026-08-08T22:02:51.763" v="4392"/>
        <pc:sldMkLst>
          <pc:docMk/>
          <pc:sldMk cId="3653257407" sldId="412"/>
        </pc:sldMkLst>
      </pc:sldChg>
      <pc:sldChg chg="add">
        <pc:chgData name="Andy Hormazabal Budin" userId="1fd788182e78c07b" providerId="LiveId" clId="{3B8023F6-9503-44C6-8B8A-20E31B0A62D0}" dt="2026-08-08T22:03:04.329" v="4394"/>
        <pc:sldMkLst>
          <pc:docMk/>
          <pc:sldMk cId="2608951024" sldId="413"/>
        </pc:sldMkLst>
      </pc:sldChg>
      <pc:sldChg chg="add">
        <pc:chgData name="Andy Hormazabal Budin" userId="1fd788182e78c07b" providerId="LiveId" clId="{3B8023F6-9503-44C6-8B8A-20E31B0A62D0}" dt="2026-08-08T22:03:21.075" v="4396"/>
        <pc:sldMkLst>
          <pc:docMk/>
          <pc:sldMk cId="2350006147" sldId="414"/>
        </pc:sldMkLst>
      </pc:sldChg>
      <pc:sldChg chg="add">
        <pc:chgData name="Andy Hormazabal Budin" userId="1fd788182e78c07b" providerId="LiveId" clId="{3B8023F6-9503-44C6-8B8A-20E31B0A62D0}" dt="2026-08-08T22:03:36.940" v="4398"/>
        <pc:sldMkLst>
          <pc:docMk/>
          <pc:sldMk cId="488283963" sldId="415"/>
        </pc:sldMkLst>
      </pc:sldChg>
      <pc:sldChg chg="add">
        <pc:chgData name="Andy Hormazabal Budin" userId="1fd788182e78c07b" providerId="LiveId" clId="{3B8023F6-9503-44C6-8B8A-20E31B0A62D0}" dt="2026-08-08T22:03:48.038" v="4400"/>
        <pc:sldMkLst>
          <pc:docMk/>
          <pc:sldMk cId="2927641328" sldId="416"/>
        </pc:sldMkLst>
      </pc:sldChg>
      <pc:sldChg chg="add">
        <pc:chgData name="Andy Hormazabal Budin" userId="1fd788182e78c07b" providerId="LiveId" clId="{3B8023F6-9503-44C6-8B8A-20E31B0A62D0}" dt="2026-08-08T22:04:00.693" v="4402"/>
        <pc:sldMkLst>
          <pc:docMk/>
          <pc:sldMk cId="1704818903" sldId="417"/>
        </pc:sldMkLst>
      </pc:sldChg>
      <pc:sldChg chg="add">
        <pc:chgData name="Andy Hormazabal Budin" userId="1fd788182e78c07b" providerId="LiveId" clId="{3B8023F6-9503-44C6-8B8A-20E31B0A62D0}" dt="2026-08-08T22:04:12.594" v="4404"/>
        <pc:sldMkLst>
          <pc:docMk/>
          <pc:sldMk cId="2094913794" sldId="418"/>
        </pc:sldMkLst>
      </pc:sldChg>
      <pc:sldChg chg="add">
        <pc:chgData name="Andy Hormazabal Budin" userId="1fd788182e78c07b" providerId="LiveId" clId="{3B8023F6-9503-44C6-8B8A-20E31B0A62D0}" dt="2026-08-08T22:04:31.205" v="4406"/>
        <pc:sldMkLst>
          <pc:docMk/>
          <pc:sldMk cId="233293787" sldId="419"/>
        </pc:sldMkLst>
      </pc:sldChg>
      <pc:sldChg chg="add">
        <pc:chgData name="Andy Hormazabal Budin" userId="1fd788182e78c07b" providerId="LiveId" clId="{3B8023F6-9503-44C6-8B8A-20E31B0A62D0}" dt="2026-08-08T22:04:43.135" v="4408"/>
        <pc:sldMkLst>
          <pc:docMk/>
          <pc:sldMk cId="3427547363" sldId="420"/>
        </pc:sldMkLst>
      </pc:sldChg>
      <pc:sldChg chg="add">
        <pc:chgData name="Andy Hormazabal Budin" userId="1fd788182e78c07b" providerId="LiveId" clId="{3B8023F6-9503-44C6-8B8A-20E31B0A62D0}" dt="2026-08-08T22:04:56.229" v="4410"/>
        <pc:sldMkLst>
          <pc:docMk/>
          <pc:sldMk cId="3942249713" sldId="421"/>
        </pc:sldMkLst>
      </pc:sldChg>
      <pc:sldChg chg="add">
        <pc:chgData name="Andy Hormazabal Budin" userId="1fd788182e78c07b" providerId="LiveId" clId="{3B8023F6-9503-44C6-8B8A-20E31B0A62D0}" dt="2026-08-08T22:05:09.865" v="4412"/>
        <pc:sldMkLst>
          <pc:docMk/>
          <pc:sldMk cId="1870574052" sldId="422"/>
        </pc:sldMkLst>
      </pc:sldChg>
      <pc:sldChg chg="add">
        <pc:chgData name="Andy Hormazabal Budin" userId="1fd788182e78c07b" providerId="LiveId" clId="{3B8023F6-9503-44C6-8B8A-20E31B0A62D0}" dt="2026-08-08T22:05:21.538" v="4414"/>
        <pc:sldMkLst>
          <pc:docMk/>
          <pc:sldMk cId="792257684" sldId="423"/>
        </pc:sldMkLst>
      </pc:sldChg>
      <pc:sldChg chg="add">
        <pc:chgData name="Andy Hormazabal Budin" userId="1fd788182e78c07b" providerId="LiveId" clId="{3B8023F6-9503-44C6-8B8A-20E31B0A62D0}" dt="2026-08-08T22:05:38.135" v="4416"/>
        <pc:sldMkLst>
          <pc:docMk/>
          <pc:sldMk cId="3594734303" sldId="424"/>
        </pc:sldMkLst>
      </pc:sldChg>
      <pc:sldChg chg="add">
        <pc:chgData name="Andy Hormazabal Budin" userId="1fd788182e78c07b" providerId="LiveId" clId="{3B8023F6-9503-44C6-8B8A-20E31B0A62D0}" dt="2026-08-08T22:05:52.447" v="4418"/>
        <pc:sldMkLst>
          <pc:docMk/>
          <pc:sldMk cId="1547835655" sldId="425"/>
        </pc:sldMkLst>
      </pc:sldChg>
      <pc:sldChg chg="add">
        <pc:chgData name="Andy Hormazabal Budin" userId="1fd788182e78c07b" providerId="LiveId" clId="{3B8023F6-9503-44C6-8B8A-20E31B0A62D0}" dt="2026-08-08T22:06:04.990" v="4420"/>
        <pc:sldMkLst>
          <pc:docMk/>
          <pc:sldMk cId="2907028322" sldId="426"/>
        </pc:sldMkLst>
      </pc:sldChg>
      <pc:sldChg chg="add">
        <pc:chgData name="Andy Hormazabal Budin" userId="1fd788182e78c07b" providerId="LiveId" clId="{3B8023F6-9503-44C6-8B8A-20E31B0A62D0}" dt="2026-08-08T22:06:18.807" v="4422"/>
        <pc:sldMkLst>
          <pc:docMk/>
          <pc:sldMk cId="1782518289" sldId="427"/>
        </pc:sldMkLst>
      </pc:sldChg>
      <pc:sldChg chg="add">
        <pc:chgData name="Andy Hormazabal Budin" userId="1fd788182e78c07b" providerId="LiveId" clId="{3B8023F6-9503-44C6-8B8A-20E31B0A62D0}" dt="2026-08-08T22:06:32.275" v="4424"/>
        <pc:sldMkLst>
          <pc:docMk/>
          <pc:sldMk cId="468993459" sldId="428"/>
        </pc:sldMkLst>
      </pc:sldChg>
      <pc:sldChg chg="add">
        <pc:chgData name="Andy Hormazabal Budin" userId="1fd788182e78c07b" providerId="LiveId" clId="{3B8023F6-9503-44C6-8B8A-20E31B0A62D0}" dt="2026-08-08T22:06:51.671" v="4426"/>
        <pc:sldMkLst>
          <pc:docMk/>
          <pc:sldMk cId="2746529356" sldId="429"/>
        </pc:sldMkLst>
      </pc:sldChg>
      <pc:sldChg chg="add">
        <pc:chgData name="Andy Hormazabal Budin" userId="1fd788182e78c07b" providerId="LiveId" clId="{3B8023F6-9503-44C6-8B8A-20E31B0A62D0}" dt="2026-08-08T22:07:04.671" v="4428"/>
        <pc:sldMkLst>
          <pc:docMk/>
          <pc:sldMk cId="1208428688" sldId="430"/>
        </pc:sldMkLst>
      </pc:sldChg>
      <pc:sldChg chg="add">
        <pc:chgData name="Andy Hormazabal Budin" userId="1fd788182e78c07b" providerId="LiveId" clId="{3B8023F6-9503-44C6-8B8A-20E31B0A62D0}" dt="2026-08-08T22:07:18.832" v="4430"/>
        <pc:sldMkLst>
          <pc:docMk/>
          <pc:sldMk cId="582402807" sldId="431"/>
        </pc:sldMkLst>
      </pc:sldChg>
      <pc:sldChg chg="add">
        <pc:chgData name="Andy Hormazabal Budin" userId="1fd788182e78c07b" providerId="LiveId" clId="{3B8023F6-9503-44C6-8B8A-20E31B0A62D0}" dt="2026-08-08T22:07:30.706" v="4432"/>
        <pc:sldMkLst>
          <pc:docMk/>
          <pc:sldMk cId="2367780716" sldId="432"/>
        </pc:sldMkLst>
      </pc:sldChg>
      <pc:sldChg chg="add">
        <pc:chgData name="Andy Hormazabal Budin" userId="1fd788182e78c07b" providerId="LiveId" clId="{3B8023F6-9503-44C6-8B8A-20E31B0A62D0}" dt="2026-08-08T22:07:42.022" v="4434"/>
        <pc:sldMkLst>
          <pc:docMk/>
          <pc:sldMk cId="271707376" sldId="433"/>
        </pc:sldMkLst>
      </pc:sldChg>
      <pc:sldChg chg="add">
        <pc:chgData name="Andy Hormazabal Budin" userId="1fd788182e78c07b" providerId="LiveId" clId="{3B8023F6-9503-44C6-8B8A-20E31B0A62D0}" dt="2026-08-08T22:07:59.973" v="4436"/>
        <pc:sldMkLst>
          <pc:docMk/>
          <pc:sldMk cId="3285104179" sldId="434"/>
        </pc:sldMkLst>
      </pc:sldChg>
      <pc:sldChg chg="add">
        <pc:chgData name="Andy Hormazabal Budin" userId="1fd788182e78c07b" providerId="LiveId" clId="{3B8023F6-9503-44C6-8B8A-20E31B0A62D0}" dt="2026-08-08T22:08:10.959" v="4438"/>
        <pc:sldMkLst>
          <pc:docMk/>
          <pc:sldMk cId="1462618045" sldId="435"/>
        </pc:sldMkLst>
      </pc:sldChg>
      <pc:sldChg chg="add">
        <pc:chgData name="Andy Hormazabal Budin" userId="1fd788182e78c07b" providerId="LiveId" clId="{3B8023F6-9503-44C6-8B8A-20E31B0A62D0}" dt="2026-08-08T22:11:13.624" v="4460"/>
        <pc:sldMkLst>
          <pc:docMk/>
          <pc:sldMk cId="3391810981" sldId="4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78717-79A6-4F31-8011-0872B55BE0D5}" type="datetimeFigureOut">
              <a:rPr lang="es-CL" smtClean="0"/>
              <a:t>29-09-2026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4E5F1-C6FC-41FB-A357-36D99E566F5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11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88C1C85-CD96-4085-7CD2-C1AF31E29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57268D2-56A0-668E-F864-C372AF987B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2" y="4629149"/>
            <a:ext cx="5329237" cy="94836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CL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8D7ECA36-08C4-210D-2FBF-C5CF837F56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2" y="5714147"/>
            <a:ext cx="5329237" cy="47849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Área</a:t>
            </a:r>
            <a:endParaRPr lang="es-CL" dirty="0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6E60A8A-54A9-4CF6-5583-43A68DAEBD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2" y="6357512"/>
            <a:ext cx="5329237" cy="2379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Fecha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3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88C1C85-CD96-4085-7CD2-C1AF31E29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57268D2-56A0-668E-F864-C372AF987B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2" y="2898476"/>
            <a:ext cx="5329237" cy="147889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CL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8D7ECA36-08C4-210D-2FBF-C5CF837F56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2" y="4513998"/>
            <a:ext cx="5329237" cy="47849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Área</a:t>
            </a:r>
            <a:endParaRPr lang="es-CL" dirty="0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6E60A8A-54A9-4CF6-5583-43A68DAEBD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2" y="5157363"/>
            <a:ext cx="5329237" cy="2379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Fecha</a:t>
            </a:r>
            <a:endParaRPr lang="es-CL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555527F7-1146-ADBC-C394-985819EA79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14838" y="1216153"/>
            <a:ext cx="4441427" cy="4433655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428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7315" y="2194873"/>
            <a:ext cx="5552005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37316" y="2795588"/>
            <a:ext cx="5552005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B76845CD-2044-E10D-AE9F-B122E6CA7A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9873" y="2389463"/>
            <a:ext cx="3096049" cy="3122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CONCEPTO 1 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10F62BF-311A-8CDF-6AB2-6468BE0354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19873" y="2843139"/>
            <a:ext cx="3096049" cy="3122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CONCEPTO 2 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F4BDF3B1-68C9-2AC1-8AD1-94E5A7FACE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9873" y="3296815"/>
            <a:ext cx="3096049" cy="3122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CONCEPTO 3 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2EA8F37B-40DA-D4DE-8764-42D4D6F784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19873" y="3750491"/>
            <a:ext cx="3096049" cy="3122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CONCEPTO 4 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25A0DD4C-D444-3C17-F94A-958DF04ED4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19873" y="4204169"/>
            <a:ext cx="3096049" cy="3122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CONCEPTO 5 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5B9986E-9FB5-FA6F-B8A3-BE3768813192}"/>
              </a:ext>
            </a:extLst>
          </p:cNvPr>
          <p:cNvSpPr>
            <a:spLocks/>
          </p:cNvSpPr>
          <p:nvPr userDrawn="1"/>
        </p:nvSpPr>
        <p:spPr bwMode="auto">
          <a:xfrm>
            <a:off x="1108736" y="2136042"/>
            <a:ext cx="499728" cy="506842"/>
          </a:xfrm>
          <a:custGeom>
            <a:avLst/>
            <a:gdLst>
              <a:gd name="T0" fmla="*/ 223 w 234"/>
              <a:gd name="T1" fmla="*/ 99 h 238"/>
              <a:gd name="T2" fmla="*/ 132 w 234"/>
              <a:gd name="T3" fmla="*/ 8 h 238"/>
              <a:gd name="T4" fmla="*/ 112 w 234"/>
              <a:gd name="T5" fmla="*/ 0 h 238"/>
              <a:gd name="T6" fmla="*/ 27 w 234"/>
              <a:gd name="T7" fmla="*/ 0 h 238"/>
              <a:gd name="T8" fmla="*/ 0 w 234"/>
              <a:gd name="T9" fmla="*/ 28 h 238"/>
              <a:gd name="T10" fmla="*/ 0 w 234"/>
              <a:gd name="T11" fmla="*/ 210 h 238"/>
              <a:gd name="T12" fmla="*/ 27 w 234"/>
              <a:gd name="T13" fmla="*/ 238 h 238"/>
              <a:gd name="T14" fmla="*/ 112 w 234"/>
              <a:gd name="T15" fmla="*/ 238 h 238"/>
              <a:gd name="T16" fmla="*/ 132 w 234"/>
              <a:gd name="T17" fmla="*/ 230 h 238"/>
              <a:gd name="T18" fmla="*/ 223 w 234"/>
              <a:gd name="T19" fmla="*/ 138 h 238"/>
              <a:gd name="T20" fmla="*/ 223 w 234"/>
              <a:gd name="T21" fmla="*/ 99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34" h="238">
                <a:moveTo>
                  <a:pt x="223" y="99"/>
                </a:moveTo>
                <a:cubicBezTo>
                  <a:pt x="132" y="8"/>
                  <a:pt x="132" y="8"/>
                  <a:pt x="132" y="8"/>
                </a:cubicBezTo>
                <a:cubicBezTo>
                  <a:pt x="126" y="3"/>
                  <a:pt x="119" y="0"/>
                  <a:pt x="112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12" y="0"/>
                  <a:pt x="0" y="12"/>
                  <a:pt x="0" y="28"/>
                </a:cubicBezTo>
                <a:cubicBezTo>
                  <a:pt x="0" y="210"/>
                  <a:pt x="0" y="210"/>
                  <a:pt x="0" y="210"/>
                </a:cubicBezTo>
                <a:cubicBezTo>
                  <a:pt x="0" y="226"/>
                  <a:pt x="12" y="238"/>
                  <a:pt x="27" y="238"/>
                </a:cubicBezTo>
                <a:cubicBezTo>
                  <a:pt x="112" y="238"/>
                  <a:pt x="112" y="238"/>
                  <a:pt x="112" y="238"/>
                </a:cubicBezTo>
                <a:cubicBezTo>
                  <a:pt x="119" y="238"/>
                  <a:pt x="126" y="235"/>
                  <a:pt x="132" y="230"/>
                </a:cubicBezTo>
                <a:cubicBezTo>
                  <a:pt x="223" y="138"/>
                  <a:pt x="223" y="138"/>
                  <a:pt x="223" y="138"/>
                </a:cubicBezTo>
                <a:cubicBezTo>
                  <a:pt x="234" y="128"/>
                  <a:pt x="234" y="110"/>
                  <a:pt x="223" y="99"/>
                </a:cubicBezTo>
                <a:close/>
              </a:path>
            </a:pathLst>
          </a:custGeom>
          <a:solidFill>
            <a:srgbClr val="AA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2445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B4473-6E99-5831-680A-F0331F4EA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1457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B4473-6E99-5831-680A-F0331F4EA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0181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61854FA-3728-C5FC-FC99-55541BEA8C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38182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41192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B4473-6E99-5831-680A-F0331F4EA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" name="Marcador de texto 17">
            <a:extLst>
              <a:ext uri="{FF2B5EF4-FFF2-40B4-BE49-F238E27FC236}">
                <a16:creationId xmlns:a16="http://schemas.microsoft.com/office/drawing/2014/main" id="{C61854FA-3728-C5FC-FC99-55541BEA8C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38182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4496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391951"/>
            <a:ext cx="8323437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1D34238F-1404-F764-5324-9B9E90049D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4298" y="1337093"/>
            <a:ext cx="10723400" cy="5128956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4504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B4473-6E99-5831-680A-F0331F4EA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391951"/>
            <a:ext cx="8323437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2" name="Marcador de contenido 8">
            <a:extLst>
              <a:ext uri="{FF2B5EF4-FFF2-40B4-BE49-F238E27FC236}">
                <a16:creationId xmlns:a16="http://schemas.microsoft.com/office/drawing/2014/main" id="{D819FCC0-F9F3-A11E-C956-DE3AA90BBD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4298" y="1337093"/>
            <a:ext cx="10723400" cy="5128956"/>
          </a:xfrm>
          <a:prstGeom prst="rect">
            <a:avLst/>
          </a:prstGeom>
        </p:spPr>
        <p:txBody>
          <a:bodyPr/>
          <a:lstStyle>
            <a:lvl1pPr>
              <a:buNone/>
              <a:defRPr sz="14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3055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6A611-2DFB-91B9-3988-C77EE72BA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178" y="1986959"/>
            <a:ext cx="5079521" cy="2884083"/>
          </a:xfrm>
          <a:prstGeom prst="rect">
            <a:avLst/>
          </a:prstGeom>
        </p:spPr>
        <p:txBody>
          <a:bodyPr/>
          <a:lstStyle>
            <a:lvl1pPr algn="l">
              <a:defRPr sz="9000" b="0" spc="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TEXTO</a:t>
            </a:r>
            <a:br>
              <a:rPr lang="es-ES" dirty="0"/>
            </a:br>
            <a:r>
              <a:rPr lang="es-ES" dirty="0"/>
              <a:t>_TXT</a:t>
            </a:r>
            <a:endParaRPr lang="es-CL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D7E2C28F-B372-D7E2-306A-9F88F487F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2303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bg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7" name="Marcador de texto 17">
            <a:extLst>
              <a:ext uri="{FF2B5EF4-FFF2-40B4-BE49-F238E27FC236}">
                <a16:creationId xmlns:a16="http://schemas.microsoft.com/office/drawing/2014/main" id="{87A4369B-7378-D4DA-F626-A1BBCFBED9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04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8051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5B7EAAE-F138-B114-9410-734A8197B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F6A611-2DFB-91B9-3988-C77EE72BA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178" y="1986959"/>
            <a:ext cx="5079521" cy="2884083"/>
          </a:xfrm>
          <a:prstGeom prst="rect">
            <a:avLst/>
          </a:prstGeom>
        </p:spPr>
        <p:txBody>
          <a:bodyPr/>
          <a:lstStyle>
            <a:lvl1pPr algn="l">
              <a:defRPr sz="9000" b="0" spc="0" baseline="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TEXTO</a:t>
            </a:r>
            <a:br>
              <a:rPr lang="es-ES" dirty="0"/>
            </a:br>
            <a:r>
              <a:rPr lang="es-ES" dirty="0"/>
              <a:t>_TXT</a:t>
            </a:r>
            <a:endParaRPr lang="es-CL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D7E2C28F-B372-D7E2-306A-9F88F487F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2303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7" name="Marcador de texto 17">
            <a:extLst>
              <a:ext uri="{FF2B5EF4-FFF2-40B4-BE49-F238E27FC236}">
                <a16:creationId xmlns:a16="http://schemas.microsoft.com/office/drawing/2014/main" id="{87A4369B-7378-D4DA-F626-A1BBCFBED9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04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1"/>
                </a:solidFill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742644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5B7EAAE-F138-B114-9410-734A8197B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AF6A611-2DFB-91B9-3988-C77EE72BA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178" y="1986959"/>
            <a:ext cx="5079521" cy="2884083"/>
          </a:xfrm>
          <a:prstGeom prst="rect">
            <a:avLst/>
          </a:prstGeom>
        </p:spPr>
        <p:txBody>
          <a:bodyPr/>
          <a:lstStyle>
            <a:lvl1pPr algn="l">
              <a:defRPr sz="9000" b="0" spc="0" baseline="0"/>
            </a:lvl1pPr>
          </a:lstStyle>
          <a:p>
            <a:r>
              <a:rPr lang="es-ES" dirty="0"/>
              <a:t>TEXTO</a:t>
            </a:r>
            <a:br>
              <a:rPr lang="es-ES" dirty="0"/>
            </a:br>
            <a:r>
              <a:rPr lang="es-ES" dirty="0"/>
              <a:t>_TXT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1508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81B4473-6E99-5831-680A-F0331F4EA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79084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3">
            <a:extLst>
              <a:ext uri="{FF2B5EF4-FFF2-40B4-BE49-F238E27FC236}">
                <a16:creationId xmlns:a16="http://schemas.microsoft.com/office/drawing/2014/main" id="{3FBC83AB-A5E9-B414-00B4-4DB138641A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4299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274A08A-A5B0-5C46-C253-265A4E9409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4300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AF60EE4-229E-56A6-D9A5-8A0E6F90E2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2799" y="6187201"/>
            <a:ext cx="1382522" cy="28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14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D7E2C28F-B372-D7E2-306A-9F88F487F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2303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7" name="Marcador de texto 17">
            <a:extLst>
              <a:ext uri="{FF2B5EF4-FFF2-40B4-BE49-F238E27FC236}">
                <a16:creationId xmlns:a16="http://schemas.microsoft.com/office/drawing/2014/main" id="{87A4369B-7378-D4DA-F626-A1BBCFBED9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04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76C5914-F723-169B-841D-EDF4CD4EF8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0803" y="6187201"/>
            <a:ext cx="1382522" cy="288026"/>
          </a:xfrm>
          <a:prstGeom prst="rect">
            <a:avLst/>
          </a:prstGeom>
        </p:spPr>
      </p:pic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5E052C88-2069-8395-F2F0-88F3382897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3738" y="749301"/>
            <a:ext cx="5404666" cy="5562599"/>
          </a:xfrm>
          <a:custGeom>
            <a:avLst/>
            <a:gdLst>
              <a:gd name="csX0" fmla="*/ 631031 w 5404666"/>
              <a:gd name="csY0" fmla="*/ 0 h 5562599"/>
              <a:gd name="csX1" fmla="*/ 2617611 w 5404666"/>
              <a:gd name="csY1" fmla="*/ 0 h 5562599"/>
              <a:gd name="csX2" fmla="*/ 3085042 w 5404666"/>
              <a:gd name="csY2" fmla="*/ 186978 h 5562599"/>
              <a:gd name="csX3" fmla="*/ 5211851 w 5404666"/>
              <a:gd name="csY3" fmla="*/ 2313854 h 5562599"/>
              <a:gd name="csX4" fmla="*/ 5211851 w 5404666"/>
              <a:gd name="csY4" fmla="*/ 3225373 h 5562599"/>
              <a:gd name="csX5" fmla="*/ 3085042 w 5404666"/>
              <a:gd name="csY5" fmla="*/ 5375621 h 5562599"/>
              <a:gd name="csX6" fmla="*/ 2617611 w 5404666"/>
              <a:gd name="csY6" fmla="*/ 5562599 h 5562599"/>
              <a:gd name="csX7" fmla="*/ 631031 w 5404666"/>
              <a:gd name="csY7" fmla="*/ 5562599 h 5562599"/>
              <a:gd name="csX8" fmla="*/ 0 w 5404666"/>
              <a:gd name="csY8" fmla="*/ 4908176 h 5562599"/>
              <a:gd name="csX9" fmla="*/ 0 w 5404666"/>
              <a:gd name="csY9" fmla="*/ 654424 h 5562599"/>
              <a:gd name="csX10" fmla="*/ 631031 w 5404666"/>
              <a:gd name="csY10" fmla="*/ 0 h 5562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404666" h="5562599">
                <a:moveTo>
                  <a:pt x="631031" y="0"/>
                </a:moveTo>
                <a:cubicBezTo>
                  <a:pt x="631031" y="0"/>
                  <a:pt x="631031" y="0"/>
                  <a:pt x="2617611" y="0"/>
                </a:cubicBezTo>
                <a:cubicBezTo>
                  <a:pt x="2781212" y="0"/>
                  <a:pt x="2944813" y="70117"/>
                  <a:pt x="3085042" y="186978"/>
                </a:cubicBezTo>
                <a:cubicBezTo>
                  <a:pt x="3085042" y="186978"/>
                  <a:pt x="3085042" y="186978"/>
                  <a:pt x="5211851" y="2313854"/>
                </a:cubicBezTo>
                <a:cubicBezTo>
                  <a:pt x="5468938" y="2570949"/>
                  <a:pt x="5468938" y="2991650"/>
                  <a:pt x="5211851" y="3225373"/>
                </a:cubicBezTo>
                <a:cubicBezTo>
                  <a:pt x="5211851" y="3225373"/>
                  <a:pt x="5211851" y="3225373"/>
                  <a:pt x="3085042" y="5375621"/>
                </a:cubicBezTo>
                <a:cubicBezTo>
                  <a:pt x="2944813" y="5492482"/>
                  <a:pt x="2781212" y="5562599"/>
                  <a:pt x="2617611" y="5562599"/>
                </a:cubicBezTo>
                <a:cubicBezTo>
                  <a:pt x="2617611" y="5562599"/>
                  <a:pt x="2617611" y="5562599"/>
                  <a:pt x="631031" y="5562599"/>
                </a:cubicBezTo>
                <a:cubicBezTo>
                  <a:pt x="280458" y="5562599"/>
                  <a:pt x="0" y="5282132"/>
                  <a:pt x="0" y="4908176"/>
                </a:cubicBezTo>
                <a:cubicBezTo>
                  <a:pt x="0" y="4908176"/>
                  <a:pt x="0" y="4908176"/>
                  <a:pt x="0" y="654424"/>
                </a:cubicBezTo>
                <a:cubicBezTo>
                  <a:pt x="0" y="280467"/>
                  <a:pt x="280458" y="0"/>
                  <a:pt x="631031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722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D7E2C28F-B372-D7E2-306A-9F88F487F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2303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7" name="Marcador de texto 17">
            <a:extLst>
              <a:ext uri="{FF2B5EF4-FFF2-40B4-BE49-F238E27FC236}">
                <a16:creationId xmlns:a16="http://schemas.microsoft.com/office/drawing/2014/main" id="{87A4369B-7378-D4DA-F626-A1BBCFBED9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04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76C5914-F723-169B-841D-EDF4CD4EF8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0803" y="6187201"/>
            <a:ext cx="1382522" cy="288026"/>
          </a:xfrm>
          <a:prstGeom prst="rect">
            <a:avLst/>
          </a:prstGeom>
        </p:spPr>
      </p:pic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566B264B-A159-A40B-46BE-A8FE6E4DA6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2150" y="836581"/>
            <a:ext cx="5354638" cy="5361019"/>
          </a:xfrm>
          <a:custGeom>
            <a:avLst/>
            <a:gdLst>
              <a:gd name="csX0" fmla="*/ 2666070 w 5354638"/>
              <a:gd name="csY0" fmla="*/ 0 h 5361019"/>
              <a:gd name="csX1" fmla="*/ 3104790 w 5354638"/>
              <a:gd name="csY1" fmla="*/ 185638 h 5361019"/>
              <a:gd name="csX2" fmla="*/ 5174650 w 5354638"/>
              <a:gd name="csY2" fmla="*/ 2233289 h 5361019"/>
              <a:gd name="csX3" fmla="*/ 5354638 w 5354638"/>
              <a:gd name="csY3" fmla="*/ 2683322 h 5361019"/>
              <a:gd name="csX4" fmla="*/ 5354638 w 5354638"/>
              <a:gd name="csY4" fmla="*/ 4730973 h 5361019"/>
              <a:gd name="csX5" fmla="*/ 4724681 w 5354638"/>
              <a:gd name="csY5" fmla="*/ 5361019 h 5361019"/>
              <a:gd name="csX6" fmla="*/ 607459 w 5354638"/>
              <a:gd name="csY6" fmla="*/ 5361019 h 5361019"/>
              <a:gd name="csX7" fmla="*/ 0 w 5354638"/>
              <a:gd name="csY7" fmla="*/ 4730973 h 5361019"/>
              <a:gd name="csX8" fmla="*/ 0 w 5354638"/>
              <a:gd name="csY8" fmla="*/ 2683322 h 5361019"/>
              <a:gd name="csX9" fmla="*/ 179988 w 5354638"/>
              <a:gd name="csY9" fmla="*/ 2233289 h 5361019"/>
              <a:gd name="csX10" fmla="*/ 2227350 w 5354638"/>
              <a:gd name="csY10" fmla="*/ 185638 h 5361019"/>
              <a:gd name="csX11" fmla="*/ 2666070 w 5354638"/>
              <a:gd name="csY11" fmla="*/ 0 h 53610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354638" h="5361019">
                <a:moveTo>
                  <a:pt x="2666070" y="0"/>
                </a:moveTo>
                <a:cubicBezTo>
                  <a:pt x="2823559" y="0"/>
                  <a:pt x="2981048" y="61879"/>
                  <a:pt x="3104790" y="185638"/>
                </a:cubicBezTo>
                <a:cubicBezTo>
                  <a:pt x="3104790" y="185638"/>
                  <a:pt x="3104790" y="185638"/>
                  <a:pt x="5174650" y="2233289"/>
                </a:cubicBezTo>
                <a:cubicBezTo>
                  <a:pt x="5287143" y="2345797"/>
                  <a:pt x="5354638" y="2525811"/>
                  <a:pt x="5354638" y="2683322"/>
                </a:cubicBezTo>
                <a:cubicBezTo>
                  <a:pt x="5354638" y="2683322"/>
                  <a:pt x="5354638" y="2683322"/>
                  <a:pt x="5354638" y="4730973"/>
                </a:cubicBezTo>
                <a:cubicBezTo>
                  <a:pt x="5354638" y="5090999"/>
                  <a:pt x="5062158" y="5361019"/>
                  <a:pt x="4724681" y="5361019"/>
                </a:cubicBezTo>
                <a:cubicBezTo>
                  <a:pt x="4724681" y="5361019"/>
                  <a:pt x="4724681" y="5361019"/>
                  <a:pt x="607459" y="5361019"/>
                </a:cubicBezTo>
                <a:cubicBezTo>
                  <a:pt x="269982" y="5361019"/>
                  <a:pt x="0" y="5090999"/>
                  <a:pt x="0" y="4730973"/>
                </a:cubicBezTo>
                <a:cubicBezTo>
                  <a:pt x="0" y="4730973"/>
                  <a:pt x="0" y="4730973"/>
                  <a:pt x="0" y="2683322"/>
                </a:cubicBezTo>
                <a:cubicBezTo>
                  <a:pt x="0" y="2525811"/>
                  <a:pt x="67496" y="2345797"/>
                  <a:pt x="179988" y="2233289"/>
                </a:cubicBezTo>
                <a:cubicBezTo>
                  <a:pt x="179988" y="2233289"/>
                  <a:pt x="179988" y="2233289"/>
                  <a:pt x="2227350" y="185638"/>
                </a:cubicBezTo>
                <a:cubicBezTo>
                  <a:pt x="2351091" y="61879"/>
                  <a:pt x="2508581" y="0"/>
                  <a:pt x="266607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7139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D7E2C28F-B372-D7E2-306A-9F88F487F3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2303" y="2194873"/>
            <a:ext cx="5019520" cy="3992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 sz="2400" b="1">
                <a:latin typeface="Vedana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s-ES" dirty="0"/>
              <a:t>LOREM IPSUM</a:t>
            </a:r>
            <a:endParaRPr lang="es-CL" dirty="0"/>
          </a:p>
        </p:txBody>
      </p:sp>
      <p:sp>
        <p:nvSpPr>
          <p:cNvPr id="7" name="Marcador de texto 17">
            <a:extLst>
              <a:ext uri="{FF2B5EF4-FFF2-40B4-BE49-F238E27FC236}">
                <a16:creationId xmlns:a16="http://schemas.microsoft.com/office/drawing/2014/main" id="{87A4369B-7378-D4DA-F626-A1BBCFBED9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2304" y="2795588"/>
            <a:ext cx="5019520" cy="2242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400">
                <a:latin typeface="Vedana"/>
              </a:defRPr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76C5914-F723-169B-841D-EDF4CD4EF8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0803" y="6187201"/>
            <a:ext cx="1382522" cy="288026"/>
          </a:xfrm>
          <a:prstGeom prst="rect">
            <a:avLst/>
          </a:prstGeom>
        </p:spPr>
      </p:pic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F66BABF5-E035-4E57-DD33-732374CD08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776288"/>
            <a:ext cx="5426075" cy="5421312"/>
          </a:xfrm>
          <a:custGeom>
            <a:avLst/>
            <a:gdLst>
              <a:gd name="csX0" fmla="*/ 2872628 w 5426075"/>
              <a:gd name="csY0" fmla="*/ 0 h 5421312"/>
              <a:gd name="csX1" fmla="*/ 4901707 w 5426075"/>
              <a:gd name="csY1" fmla="*/ 0 h 5421312"/>
              <a:gd name="csX2" fmla="*/ 5426075 w 5426075"/>
              <a:gd name="csY2" fmla="*/ 546687 h 5421312"/>
              <a:gd name="csX3" fmla="*/ 5426075 w 5426075"/>
              <a:gd name="csY3" fmla="*/ 2551206 h 5421312"/>
              <a:gd name="csX4" fmla="*/ 5266485 w 5426075"/>
              <a:gd name="csY4" fmla="*/ 2938442 h 5421312"/>
              <a:gd name="csX5" fmla="*/ 2941024 w 5426075"/>
              <a:gd name="csY5" fmla="*/ 5261862 h 5421312"/>
              <a:gd name="csX6" fmla="*/ 2553447 w 5426075"/>
              <a:gd name="csY6" fmla="*/ 5421312 h 5421312"/>
              <a:gd name="csX7" fmla="*/ 547167 w 5426075"/>
              <a:gd name="csY7" fmla="*/ 5421312 h 5421312"/>
              <a:gd name="csX8" fmla="*/ 0 w 5426075"/>
              <a:gd name="csY8" fmla="*/ 4874625 h 5421312"/>
              <a:gd name="csX9" fmla="*/ 0 w 5426075"/>
              <a:gd name="csY9" fmla="*/ 2870106 h 5421312"/>
              <a:gd name="csX10" fmla="*/ 159591 w 5426075"/>
              <a:gd name="csY10" fmla="*/ 2482870 h 5421312"/>
              <a:gd name="csX11" fmla="*/ 2485051 w 5426075"/>
              <a:gd name="csY11" fmla="*/ 159450 h 5421312"/>
              <a:gd name="csX12" fmla="*/ 2872628 w 5426075"/>
              <a:gd name="csY12" fmla="*/ 0 h 5421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5426075" h="5421312">
                <a:moveTo>
                  <a:pt x="2872628" y="0"/>
                </a:moveTo>
                <a:cubicBezTo>
                  <a:pt x="2872628" y="0"/>
                  <a:pt x="2872628" y="0"/>
                  <a:pt x="4901707" y="0"/>
                </a:cubicBezTo>
                <a:cubicBezTo>
                  <a:pt x="5198089" y="0"/>
                  <a:pt x="5426075" y="227786"/>
                  <a:pt x="5426075" y="546687"/>
                </a:cubicBezTo>
                <a:cubicBezTo>
                  <a:pt x="5426075" y="546687"/>
                  <a:pt x="5426075" y="546687"/>
                  <a:pt x="5426075" y="2551206"/>
                </a:cubicBezTo>
                <a:cubicBezTo>
                  <a:pt x="5426075" y="2687878"/>
                  <a:pt x="5380478" y="2824549"/>
                  <a:pt x="5266485" y="2938442"/>
                </a:cubicBezTo>
                <a:cubicBezTo>
                  <a:pt x="5266485" y="2938442"/>
                  <a:pt x="5266485" y="2938442"/>
                  <a:pt x="2941024" y="5261862"/>
                </a:cubicBezTo>
                <a:cubicBezTo>
                  <a:pt x="2849829" y="5352976"/>
                  <a:pt x="2713038" y="5421312"/>
                  <a:pt x="2553447" y="5421312"/>
                </a:cubicBezTo>
                <a:cubicBezTo>
                  <a:pt x="2553447" y="5421312"/>
                  <a:pt x="2553447" y="5421312"/>
                  <a:pt x="547167" y="5421312"/>
                </a:cubicBezTo>
                <a:cubicBezTo>
                  <a:pt x="250785" y="5421312"/>
                  <a:pt x="0" y="5170747"/>
                  <a:pt x="0" y="4874625"/>
                </a:cubicBezTo>
                <a:cubicBezTo>
                  <a:pt x="0" y="4874625"/>
                  <a:pt x="0" y="4874625"/>
                  <a:pt x="0" y="2870106"/>
                </a:cubicBezTo>
                <a:cubicBezTo>
                  <a:pt x="0" y="2733435"/>
                  <a:pt x="68396" y="2596763"/>
                  <a:pt x="159591" y="2482870"/>
                </a:cubicBezTo>
                <a:cubicBezTo>
                  <a:pt x="159591" y="2482870"/>
                  <a:pt x="159591" y="2482870"/>
                  <a:pt x="2485051" y="159450"/>
                </a:cubicBezTo>
                <a:cubicBezTo>
                  <a:pt x="2599044" y="45557"/>
                  <a:pt x="2735836" y="0"/>
                  <a:pt x="2872628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82979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EA56BF3-790F-8DBE-5B60-44B85A0AA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1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113FD44-77F1-9279-E3B3-33C78327634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19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05" r:id="rId2"/>
    <p:sldLayoutId id="2147483691" r:id="rId3"/>
    <p:sldLayoutId id="2147483692" r:id="rId4"/>
    <p:sldLayoutId id="2147483698" r:id="rId5"/>
    <p:sldLayoutId id="2147483702" r:id="rId6"/>
    <p:sldLayoutId id="2147483700" r:id="rId7"/>
    <p:sldLayoutId id="2147483701" r:id="rId8"/>
    <p:sldLayoutId id="2147483704" r:id="rId9"/>
    <p:sldLayoutId id="2147483699" r:id="rId10"/>
    <p:sldLayoutId id="2147483703" r:id="rId11"/>
    <p:sldLayoutId id="2147483693" r:id="rId12"/>
    <p:sldLayoutId id="2147483695" r:id="rId13"/>
    <p:sldLayoutId id="2147483696" r:id="rId14"/>
    <p:sldLayoutId id="2147483697" r:id="rId15"/>
    <p:sldLayoutId id="2147483706" r:id="rId16"/>
    <p:sldLayoutId id="2147483707" r:id="rId17"/>
    <p:sldLayoutId id="214748368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8CCFA-D255-BE3A-73DD-848228D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860AABC-854B-6909-6648-0E685058B8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2" y="4629149"/>
            <a:ext cx="5329237" cy="948367"/>
          </a:xfrm>
        </p:spPr>
        <p:txBody>
          <a:bodyPr/>
          <a:lstStyle/>
          <a:p>
            <a:r>
              <a:rPr lang="es-CL" dirty="0"/>
              <a:t>{NOMBRE_ASIGNATURA}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E1A128-3189-D63C-F956-815098D6D7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Clase </a:t>
            </a:r>
            <a:r>
              <a:rPr lang="es-CL" dirty="0" err="1"/>
              <a:t>Nº</a:t>
            </a:r>
            <a:r>
              <a:rPr lang="es-CL" dirty="0"/>
              <a:t> {NUMERO_CLASE}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255665-A267-AE33-E8C3-A7ACEA2796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Fecha: {FEHCA CLASE}</a:t>
            </a:r>
          </a:p>
        </p:txBody>
      </p:sp>
    </p:spTree>
    <p:extLst>
      <p:ext uri="{BB962C8B-B14F-4D97-AF65-F5344CB8AC3E}">
        <p14:creationId xmlns:p14="http://schemas.microsoft.com/office/powerpoint/2010/main" val="366902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8C675DF-BA01-BBB8-A931-E871166954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s-CL" dirty="0"/>
              <a:t>{TITULO_SLIDE}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731A86-C265-B9F7-BBA1-7E3F33297E8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s-CL" sz="1900" dirty="0"/>
              <a:t>{CONTENIDO_SLIDE}</a:t>
            </a:r>
          </a:p>
        </p:txBody>
      </p:sp>
    </p:spTree>
    <p:extLst>
      <p:ext uri="{BB962C8B-B14F-4D97-AF65-F5344CB8AC3E}">
        <p14:creationId xmlns:p14="http://schemas.microsoft.com/office/powerpoint/2010/main" val="328510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618045"/>
      </p:ext>
    </p:extLst>
  </p:cSld>
  <p:clrMapOvr>
    <a:masterClrMapping/>
  </p:clrMapOvr>
</p:sld>
</file>

<file path=ppt/theme/theme1.xml><?xml version="1.0" encoding="utf-8"?>
<a:theme xmlns:a="http://schemas.openxmlformats.org/drawingml/2006/main" name="AIEP VcM">
  <a:themeElements>
    <a:clrScheme name="AIEP">
      <a:dk1>
        <a:srgbClr val="182844"/>
      </a:dk1>
      <a:lt1>
        <a:sysClr val="window" lastClr="FFFFFF"/>
      </a:lt1>
      <a:dk2>
        <a:srgbClr val="0E2841"/>
      </a:dk2>
      <a:lt2>
        <a:srgbClr val="E8E8E8"/>
      </a:lt2>
      <a:accent1>
        <a:srgbClr val="102A8A"/>
      </a:accent1>
      <a:accent2>
        <a:srgbClr val="0065DC"/>
      </a:accent2>
      <a:accent3>
        <a:srgbClr val="AA0000"/>
      </a:accent3>
      <a:accent4>
        <a:srgbClr val="BB3128"/>
      </a:accent4>
      <a:accent5>
        <a:srgbClr val="182844"/>
      </a:accent5>
      <a:accent6>
        <a:srgbClr val="BFBFBF"/>
      </a:accent6>
      <a:hlink>
        <a:srgbClr val="0065DC"/>
      </a:hlink>
      <a:folHlink>
        <a:srgbClr val="BB3128"/>
      </a:folHlink>
    </a:clrScheme>
    <a:fontScheme name="AIEP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CADA55-DDD6-4191-B326-98FD485C0CD5}">
  <we:reference id="wa200010725" version="1.0.0.1" store="es-ES" storeType="OMEX"/>
  <we:alternateReferences>
    <we:reference id="wa200010725" version="1.0.0.1" store="" storeType="OMEX"/>
  </we:alternateReferences>
  <we:properties>
    <we:property name="claude.fileId" value="&quot;62fcc4dc-95db-4d62-996d-4322670a1b5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23</Words>
  <Application>Microsoft Office PowerPoint</Application>
  <PresentationFormat>Panorámica</PresentationFormat>
  <Paragraphs>5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Arial</vt:lpstr>
      <vt:lpstr>Vedana</vt:lpstr>
      <vt:lpstr>Verdana</vt:lpstr>
      <vt:lpstr>AIEP VcM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christian.vargas@aiep.cl</dc:creator>
  <cp:lastModifiedBy>Andy Hormazabal Budin</cp:lastModifiedBy>
  <cp:revision>12</cp:revision>
  <dcterms:created xsi:type="dcterms:W3CDTF">2025-09-22T20:50:33Z</dcterms:created>
  <dcterms:modified xsi:type="dcterms:W3CDTF">2026-09-29T04:13:08Z</dcterms:modified>
</cp:coreProperties>
</file>