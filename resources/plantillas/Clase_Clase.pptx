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77"/>
  </p:notesMasterIdLst>
  <p:sldIdLst>
    <p:sldId id="398" r:id="rId2"/>
    <p:sldId id="458" r:id="rId3"/>
    <p:sldId id="459" r:id="rId4"/>
    <p:sldId id="461" r:id="rId5"/>
    <p:sldId id="460" r:id="rId6"/>
    <p:sldId id="462" r:id="rId7"/>
    <p:sldId id="463" r:id="rId8"/>
    <p:sldId id="464" r:id="rId9"/>
    <p:sldId id="465" r:id="rId10"/>
    <p:sldId id="466" r:id="rId11"/>
    <p:sldId id="467" r:id="rId12"/>
    <p:sldId id="468" r:id="rId13"/>
    <p:sldId id="469" r:id="rId14"/>
    <p:sldId id="470" r:id="rId15"/>
    <p:sldId id="471" r:id="rId16"/>
    <p:sldId id="472" r:id="rId17"/>
    <p:sldId id="481" r:id="rId18"/>
    <p:sldId id="474" r:id="rId19"/>
    <p:sldId id="475" r:id="rId20"/>
    <p:sldId id="476" r:id="rId21"/>
    <p:sldId id="477" r:id="rId22"/>
    <p:sldId id="478" r:id="rId23"/>
    <p:sldId id="479" r:id="rId24"/>
    <p:sldId id="480" r:id="rId25"/>
    <p:sldId id="532" r:id="rId26"/>
    <p:sldId id="533" r:id="rId27"/>
    <p:sldId id="534" r:id="rId28"/>
    <p:sldId id="535" r:id="rId29"/>
    <p:sldId id="582" r:id="rId30"/>
    <p:sldId id="588" r:id="rId31"/>
    <p:sldId id="538" r:id="rId32"/>
    <p:sldId id="539" r:id="rId33"/>
    <p:sldId id="540" r:id="rId34"/>
    <p:sldId id="541" r:id="rId35"/>
    <p:sldId id="542" r:id="rId36"/>
    <p:sldId id="543" r:id="rId37"/>
    <p:sldId id="544" r:id="rId38"/>
    <p:sldId id="589" r:id="rId39"/>
    <p:sldId id="546" r:id="rId40"/>
    <p:sldId id="547" r:id="rId41"/>
    <p:sldId id="548" r:id="rId42"/>
    <p:sldId id="549" r:id="rId43"/>
    <p:sldId id="550" r:id="rId44"/>
    <p:sldId id="551" r:id="rId45"/>
    <p:sldId id="552" r:id="rId46"/>
    <p:sldId id="553" r:id="rId47"/>
    <p:sldId id="554" r:id="rId48"/>
    <p:sldId id="555" r:id="rId49"/>
    <p:sldId id="556" r:id="rId50"/>
    <p:sldId id="557" r:id="rId51"/>
    <p:sldId id="558" r:id="rId52"/>
    <p:sldId id="559" r:id="rId53"/>
    <p:sldId id="585" r:id="rId54"/>
    <p:sldId id="561" r:id="rId55"/>
    <p:sldId id="562" r:id="rId56"/>
    <p:sldId id="563" r:id="rId57"/>
    <p:sldId id="564" r:id="rId58"/>
    <p:sldId id="565" r:id="rId59"/>
    <p:sldId id="566" r:id="rId60"/>
    <p:sldId id="567" r:id="rId61"/>
    <p:sldId id="568" r:id="rId62"/>
    <p:sldId id="569" r:id="rId63"/>
    <p:sldId id="570" r:id="rId64"/>
    <p:sldId id="571" r:id="rId65"/>
    <p:sldId id="586" r:id="rId66"/>
    <p:sldId id="587" r:id="rId67"/>
    <p:sldId id="574" r:id="rId68"/>
    <p:sldId id="575" r:id="rId69"/>
    <p:sldId id="576" r:id="rId70"/>
    <p:sldId id="577" r:id="rId71"/>
    <p:sldId id="578" r:id="rId72"/>
    <p:sldId id="579" r:id="rId73"/>
    <p:sldId id="580" r:id="rId74"/>
    <p:sldId id="581" r:id="rId75"/>
    <p:sldId id="435" r:id="rId76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D6B163-901A-40DB-96D9-4921DA6FDE61}" v="3" dt="2026-08-08T21:58:22.4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48" autoAdjust="0"/>
    <p:restoredTop sz="62353" autoAdjust="0"/>
  </p:normalViewPr>
  <p:slideViewPr>
    <p:cSldViewPr snapToGrid="0">
      <p:cViewPr varScale="1">
        <p:scale>
          <a:sx n="51" d="100"/>
          <a:sy n="51" d="100"/>
        </p:scale>
        <p:origin x="8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978717-79A6-4F31-8011-0872B55BE0D5}" type="datetimeFigureOut">
              <a:rPr lang="es-CL" smtClean="0"/>
              <a:t>30-09-2026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44E5F1-C6FC-41FB-A357-36D99E566F5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6511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ota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datos_aprendizaje</a:t>
            </a:r>
          </a:p>
          <a:p>
            <a:r>
              <a:rPr lang="es-CL" dirty="0"/>
              <a:t>MARCAS: {TITULO}, {CONTENIDO}</a:t>
            </a:r>
          </a:p>
          <a:p>
            <a:r>
              <a:rPr lang="es-CL" dirty="0"/>
              <a:t>USA_CUANDO: datos + aprendizaje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220</a:t>
            </a:r>
          </a:p>
          <a:p>
            <a:r>
              <a:rPr lang="es-CL" dirty="0"/>
              <a:t>TOPE_ITEMS: 1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datos_criterios</a:t>
            </a:r>
          </a:p>
          <a:p>
            <a:r>
              <a:rPr lang="es-CL" dirty="0"/>
              <a:t>MARCAS: {TITULO}, {CONTENIDO}</a:t>
            </a:r>
          </a:p>
          <a:p>
            <a:r>
              <a:rPr lang="es-CL" dirty="0"/>
              <a:t>USA_CUANDO: datos + criterios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360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datos_contenidos</a:t>
            </a:r>
          </a:p>
          <a:p>
            <a:r>
              <a:rPr lang="es-CL" dirty="0"/>
              <a:t>MARCAS: {TITULO}, {CONTENIDO}</a:t>
            </a:r>
          </a:p>
          <a:p>
            <a:r>
              <a:rPr lang="es-CL" dirty="0"/>
              <a:t>USA_CUANDO: datos + contenidos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300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recuerdo</a:t>
            </a:r>
          </a:p>
          <a:p>
            <a:r>
              <a:rPr lang="es-CL" dirty="0"/>
              <a:t>MARCAS: {TITULO}, {FICHA_1}, {FICHA_2}, {FICHA_3}, {FICHA_4}, {PREGUNTA}</a:t>
            </a:r>
          </a:p>
          <a:p>
            <a:r>
              <a:rPr lang="es-CL" dirty="0"/>
              <a:t>USA_CUANDO: recordar + pregunta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desafio</a:t>
            </a:r>
          </a:p>
          <a:p>
            <a:r>
              <a:rPr lang="es-CL" dirty="0"/>
              <a:t>MARCAS: {TITULO}, {PROBLEMA}, {HOY}</a:t>
            </a:r>
          </a:p>
          <a:p>
            <a:r>
              <a:rPr lang="es-CL" dirty="0"/>
              <a:t>USA_CUANDO: abrir + problema</a:t>
            </a:r>
          </a:p>
          <a:p>
            <a:r>
              <a:rPr lang="es-CL" dirty="0"/>
              <a:t>TOPE_TITULO: 80</a:t>
            </a:r>
          </a:p>
          <a:p>
            <a:r>
              <a:rPr lang="es-CL" dirty="0"/>
              <a:t>TOPE_CUERPO: 140</a:t>
            </a:r>
          </a:p>
          <a:p>
            <a:r>
              <a:rPr lang="es-CL" dirty="0"/>
              <a:t>TOPE_ITEMS: 2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definicion</a:t>
            </a:r>
          </a:p>
          <a:p>
            <a:r>
              <a:rPr lang="es-CL" dirty="0"/>
              <a:t>MARCAS: {TITULO}, {DEFINICION}, {EN_SIMPLE}</a:t>
            </a:r>
          </a:p>
          <a:p>
            <a:r>
              <a:rPr lang="es-CL" dirty="0"/>
              <a:t>USA_CUANDO: explicar + definicion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220</a:t>
            </a:r>
          </a:p>
          <a:p>
            <a:r>
              <a:rPr lang="es-CL" dirty="0"/>
              <a:t>TOPE_ITEMS: 2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comparacion</a:t>
            </a:r>
          </a:p>
          <a:p>
            <a:r>
              <a:rPr lang="es-CL" dirty="0"/>
              <a:t>MARCAS: {TITULO}, {IZQUIERDA_TITULO}, {IZQUIERDA}, {DERECHA_TITULO}, {DERECHA}</a:t>
            </a:r>
          </a:p>
          <a:p>
            <a:r>
              <a:rPr lang="es-CL" dirty="0"/>
              <a:t>USA_CUANDO: explicar + comparacion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200</a:t>
            </a:r>
          </a:p>
          <a:p>
            <a:r>
              <a:rPr lang="es-CL" dirty="0"/>
              <a:t>TOPE_ITEMS: 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linea_tiempo</a:t>
            </a:r>
          </a:p>
          <a:p>
            <a:r>
              <a:rPr lang="es-CL" dirty="0"/>
              <a:t>MARCAS: {TITULO}, {HITO_1_FECHA}, {HITO_1}, {HITO_2_FECHA}, {HITO_2}, {HITO_3_FECHA}, {HITO_3}, {HITO_4_FECHA}, {HITO_4}</a:t>
            </a:r>
          </a:p>
          <a:p>
            <a:r>
              <a:rPr lang="es-CL" dirty="0"/>
              <a:t>USA_CUANDO: explicar + timeline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codigo</a:t>
            </a:r>
          </a:p>
          <a:p>
            <a:r>
              <a:rPr lang="es-CL" dirty="0"/>
              <a:t>MARCAS: {TITULO}, {PROBLEMA}, {RAZON}, {CODIGO}</a:t>
            </a:r>
          </a:p>
          <a:p>
            <a:r>
              <a:rPr lang="es-CL" dirty="0"/>
              <a:t>USA_CUANDO: ejemplo + codigo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120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actividad</a:t>
            </a:r>
          </a:p>
          <a:p>
            <a:r>
              <a:rPr lang="es-CL" dirty="0"/>
              <a:t>MARCAS: {TITULO}, {DURACION}, {TAREA}, {PASOS}, {ENTREGA}</a:t>
            </a:r>
          </a:p>
          <a:p>
            <a:r>
              <a:rPr lang="es-CL" dirty="0"/>
              <a:t>USA_CUANDO: aplicar + ejercicio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100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sintesis</a:t>
            </a:r>
          </a:p>
          <a:p>
            <a:r>
              <a:rPr lang="es-CL" dirty="0"/>
              <a:t>MARCAS: {TITULO}, {IDEA_1}, {IDEA_2}, {IDEA_3}, {IDEA_4}</a:t>
            </a:r>
          </a:p>
          <a:p>
            <a:r>
              <a:rPr lang="es-CL" dirty="0"/>
              <a:t>USA_CUANDO: cerrar + texto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100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linea_tiempo_vertical</a:t>
            </a:r>
          </a:p>
          <a:p>
            <a:r>
              <a:rPr lang="es-CL" dirty="0"/>
              <a:t>MARCAS: {TITULO}, {HITO_1_FECHA}, {HITO_1}, {HITO_2_FECHA}, {HITO_2}, {HITO_3_FECHA}, {HITO_3}, {HITO_4_FECHA}, {HITO_4}</a:t>
            </a:r>
          </a:p>
          <a:p>
            <a:r>
              <a:rPr lang="es-CL" dirty="0"/>
              <a:t>USA_CUANDO: explicar + timeline_vertical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100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proceso</a:t>
            </a:r>
          </a:p>
          <a:p>
            <a:r>
              <a:rPr lang="es-CL" dirty="0"/>
              <a:t>MARCAS: {TITULO}, {PASO_1}, {PASO_2}, {PASO_3}, {PASO_4}</a:t>
            </a:r>
          </a:p>
          <a:p>
            <a:r>
              <a:rPr lang="es-CL" dirty="0"/>
              <a:t>USA_CUANDO: explicar + proceso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ciclo</a:t>
            </a:r>
          </a:p>
          <a:p>
            <a:r>
              <a:rPr lang="es-CL" dirty="0"/>
              <a:t>MARCAS: {TITULO}, {ETAPA_1}, {ETAPA_2}, {ETAPA_3}, {ETAPA_4}</a:t>
            </a:r>
          </a:p>
          <a:p>
            <a:r>
              <a:rPr lang="es-CL" dirty="0"/>
              <a:t>USA_CUANDO: explicar + ciclo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organigrama</a:t>
            </a:r>
          </a:p>
          <a:p>
            <a:r>
              <a:rPr lang="es-CL" dirty="0"/>
              <a:t>MARCAS: {TITULO}, {RAIZ}, {RAMA_1}, {RAMA_2}, {RAMA_3}, {SUB_1}, {SUB_2}, {SUB_3}</a:t>
            </a:r>
          </a:p>
          <a:p>
            <a:r>
              <a:rPr lang="es-CL" dirty="0"/>
              <a:t>USA_CUANDO: explicar + organigrama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36</a:t>
            </a:r>
          </a:p>
          <a:p>
            <a:r>
              <a:rPr lang="es-CL" dirty="0"/>
              <a:t>TOPE_ITEMS: 7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tabla_comparacion</a:t>
            </a:r>
          </a:p>
          <a:p>
            <a:r>
              <a:rPr lang="es-CL" dirty="0"/>
              <a:t>MARCAS: {TITULO}, {CABECERA_1}, {CABECERA_2}, {CABECERA_3}, {CELDA_1_1}, {CELDA_1_2}, {CELDA_1_3}, {CELDA_2_1}, {CELDA_2_2}, {CELDA_2_3}, {CELDA_3_1}, {CELDA_3_2}, {CELDA_3_3}, {CELDA_4_1}, {CELDA_4_2}, {CELDA_4_3}</a:t>
            </a:r>
          </a:p>
          <a:p>
            <a:r>
              <a:rPr lang="es-CL" dirty="0"/>
              <a:t>USA_CUANDO: explicar + tabla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60</a:t>
            </a:r>
          </a:p>
          <a:p>
            <a:r>
              <a:rPr lang="es-CL" dirty="0"/>
              <a:t>TOPE_ITEMS: 12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matriz_2x2</a:t>
            </a:r>
          </a:p>
          <a:p>
            <a:r>
              <a:rPr lang="es-CL" dirty="0"/>
              <a:t>MARCAS: {TITULO}, {EJE_Y}, {CUADRANTE_1}, {CUADRANTE_2}, {CUADRANTE_3}, {CUADRANTE_4}, {EJE_X}</a:t>
            </a:r>
          </a:p>
          <a:p>
            <a:r>
              <a:rPr lang="es-CL" dirty="0"/>
              <a:t>USA_CUANDO: analizar + matriz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cifra_destacada</a:t>
            </a:r>
          </a:p>
          <a:p>
            <a:r>
              <a:rPr lang="es-CL" dirty="0"/>
              <a:t>MARCAS: {TITULO}, {CIFRA}, {DESCRIPCION}, {FUENTE}</a:t>
            </a:r>
          </a:p>
          <a:p>
            <a:r>
              <a:rPr lang="es-CL" dirty="0"/>
              <a:t>USA_CUANDO: abrir + dato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140</a:t>
            </a:r>
          </a:p>
          <a:p>
            <a:r>
              <a:rPr lang="es-CL" dirty="0"/>
              <a:t>TOPE_ITEMS: 1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pregunta</a:t>
            </a:r>
          </a:p>
          <a:p>
            <a:r>
              <a:rPr lang="es-CL" dirty="0"/>
              <a:t>MARCAS: {TITULO}, {PREGUNTA}, {CONSIGNA}</a:t>
            </a:r>
          </a:p>
          <a:p>
            <a:r>
              <a:rPr lang="es-CL" dirty="0"/>
              <a:t>USA_CUANDO: activar + pregunta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120</a:t>
            </a:r>
          </a:p>
          <a:p>
            <a:r>
              <a:rPr lang="es-CL" dirty="0"/>
              <a:t>TOPE_ITEMS: 1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caso</a:t>
            </a:r>
          </a:p>
          <a:p>
            <a:r>
              <a:rPr lang="es-CL" dirty="0"/>
              <a:t>MARCAS: {TITULO}, {CASO}, {PREGUNTAS}</a:t>
            </a:r>
          </a:p>
          <a:p>
            <a:r>
              <a:rPr lang="es-CL" dirty="0"/>
              <a:t>USA_CUANDO: aplicar + caso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240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tres_columnas</a:t>
            </a:r>
          </a:p>
          <a:p>
            <a:r>
              <a:rPr lang="es-CL" dirty="0"/>
              <a:t>MARCAS: {TITULO}, {COL_1_TITULO}, {COL_1}, {COL_2_TITULO}, {COL_2}, {COL_3_TITULO}, {COL_3}</a:t>
            </a:r>
          </a:p>
          <a:p>
            <a:r>
              <a:rPr lang="es-CL" dirty="0"/>
              <a:t>USA_CUANDO: explicar + tres_conceptos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140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glosario</a:t>
            </a:r>
          </a:p>
          <a:p>
            <a:r>
              <a:rPr lang="es-CL" dirty="0"/>
              <a:t>MARCAS: {TITULO}, {TERMINO_1}, {SIGNIFICADO_1}, {TERMINO_2}, {SIGNIFICADO_2}, {TERMINO_3}, {SIGNIFICADO_3}, {TERMINO_4}, {SIGNIFICADO_4}</a:t>
            </a:r>
          </a:p>
          <a:p>
            <a:r>
              <a:rPr lang="es-CL" dirty="0"/>
              <a:t>USA_CUANDO: explicar + glosario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100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jerarquia</a:t>
            </a:r>
          </a:p>
          <a:p>
            <a:r>
              <a:rPr lang="es-CL" dirty="0"/>
              <a:t>MARCAS: {TITULO}, {NIVEL_1}, {NIVEL_2}, {NIVEL_3}, {NIVEL_4}</a:t>
            </a:r>
          </a:p>
          <a:p>
            <a:r>
              <a:rPr lang="es-CL" dirty="0"/>
              <a:t>USA_CUANDO: explicar + jerarquia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50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linea_tiempo_3</a:t>
            </a:r>
          </a:p>
          <a:p>
            <a:r>
              <a:rPr lang="es-CL" dirty="0"/>
              <a:t>MARCAS: {TITULO}, {HITO_1_FECHA}, {HITO_1}, {HITO_2_FECHA}, {HITO_2}, {HITO_3_FECHA}, {HITO_3}</a:t>
            </a:r>
          </a:p>
          <a:p>
            <a:r>
              <a:rPr lang="es-CL" dirty="0"/>
              <a:t>USA_CUANDO: explicar + timeline_3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120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linea_tiempo_5</a:t>
            </a:r>
          </a:p>
          <a:p>
            <a:r>
              <a:rPr lang="es-CL" dirty="0"/>
              <a:t>MARCAS: {TITULO}, {HITO_1_FECHA}, {HITO_1}, {HITO_2_FECHA}, {HITO_2}, {HITO_3_FECHA}, {HITO_3}, {HITO_4_FECHA}, {HITO_4}, {HITO_5_FECHA}, {HITO_5}</a:t>
            </a:r>
          </a:p>
          <a:p>
            <a:r>
              <a:rPr lang="es-CL" dirty="0"/>
              <a:t>USA_CUANDO: explicar + timeline_5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70</a:t>
            </a:r>
          </a:p>
          <a:p>
            <a:r>
              <a:rPr lang="es-CL" dirty="0"/>
              <a:t>TOPE_ITEMS: 5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linea_tiempo_alterna</a:t>
            </a:r>
          </a:p>
          <a:p>
            <a:r>
              <a:rPr lang="es-CL" dirty="0"/>
              <a:t>MARCAS: {TITULO}, {HITO_1_FECHA}, {HITO_1}, {HITO_2_FECHA}, {HITO_2}, {HITO_3_FECHA}, {HITO_3}, {HITO_4_FECHA}, {HITO_4}</a:t>
            </a:r>
          </a:p>
          <a:p>
            <a:r>
              <a:rPr lang="es-CL" dirty="0"/>
              <a:t>USA_CUANDO: explicar + timeline_alterna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80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hoja_ruta_semanas</a:t>
            </a:r>
          </a:p>
          <a:p>
            <a:r>
              <a:rPr lang="es-CL" dirty="0"/>
              <a:t>MARCAS: {TITULO}, {SEMANA_1}, {ACTIVIDAD_1}, {SEMANA_2}, {ACTIVIDAD_2}, {SEMANA_3}, {ACTIVIDAD_3}, {SEMANA_4}, {ACTIVIDAD_4}</a:t>
            </a:r>
          </a:p>
          <a:p>
            <a:r>
              <a:rPr lang="es-CL" dirty="0"/>
              <a:t>USA_CUANDO: planificar + semanas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proceso_3</a:t>
            </a:r>
          </a:p>
          <a:p>
            <a:r>
              <a:rPr lang="es-CL" dirty="0"/>
              <a:t>MARCAS: {TITULO}, {PASO_1_TITULO}, {PASO_1}, {PASO_2_TITULO}, {PASO_2}, {PASO_3_TITULO}, {PASO_3}</a:t>
            </a:r>
          </a:p>
          <a:p>
            <a:r>
              <a:rPr lang="es-CL" dirty="0"/>
              <a:t>USA_CUANDO: explicar + proceso_3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140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proceso_5</a:t>
            </a:r>
          </a:p>
          <a:p>
            <a:r>
              <a:rPr lang="es-CL" dirty="0"/>
              <a:t>MARCAS: {TITULO}, {NOMBRE_1}, {PASO_1}, {NOMBRE_2}, {PASO_2}, {NOMBRE_3}, {PASO_3}, {NOMBRE_4}, {PASO_4}, {NOMBRE_5}, {PASO_5}</a:t>
            </a:r>
          </a:p>
          <a:p>
            <a:r>
              <a:rPr lang="es-CL" dirty="0"/>
              <a:t>USA_CUANDO: explicar + proceso_5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80</a:t>
            </a:r>
          </a:p>
          <a:p>
            <a:r>
              <a:rPr lang="es-CL" dirty="0"/>
              <a:t>TOPE_ITEMS: 5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proceso_vertical</a:t>
            </a:r>
          </a:p>
          <a:p>
            <a:r>
              <a:rPr lang="es-CL" dirty="0"/>
              <a:t>MARCAS: {TITULO}, {PASO_1_TITULO}, {PASO_1}, {PASO_2_TITULO}, {PASO_2}, {PASO_3_TITULO}, {PASO_3}, {PASO_4_TITULO}, {PASO_4}</a:t>
            </a:r>
          </a:p>
          <a:p>
            <a:r>
              <a:rPr lang="es-CL" dirty="0"/>
              <a:t>USA_CUANDO: explicar + proceso_vertical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fases_titulo</a:t>
            </a:r>
          </a:p>
          <a:p>
            <a:r>
              <a:rPr lang="es-CL" dirty="0"/>
              <a:t>MARCAS: {TITULO}, {FASE_1_TITULO}, {FASE_1}, {FASE_2_TITULO}, {FASE_2}, {FASE_3_TITULO}, {FASE_3}, {FASE_4_TITULO}, {FASE_4}</a:t>
            </a:r>
          </a:p>
          <a:p>
            <a:r>
              <a:rPr lang="es-CL" dirty="0"/>
              <a:t>USA_CUANDO: explicar + fases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ciclo_3</a:t>
            </a:r>
          </a:p>
          <a:p>
            <a:r>
              <a:rPr lang="es-CL" dirty="0"/>
              <a:t>MARCAS: {TITULO}, {ETAPA_1}, {ETAPA_2}, {ETAPA_3}</a:t>
            </a:r>
          </a:p>
          <a:p>
            <a:r>
              <a:rPr lang="es-CL" dirty="0"/>
              <a:t>USA_CUANDO: explicar + ciclo_3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piramide</a:t>
            </a:r>
          </a:p>
          <a:p>
            <a:r>
              <a:rPr lang="es-CL" dirty="0"/>
              <a:t>MARCAS: {TITULO}, {CAPA_1}, {CAPA_2}, {CAPA_3}, {CAPA_4}</a:t>
            </a:r>
          </a:p>
          <a:p>
            <a:r>
              <a:rPr lang="es-CL" dirty="0"/>
              <a:t>USA_CUANDO: explicar + piramide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50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entrada_proceso_salida</a:t>
            </a:r>
          </a:p>
          <a:p>
            <a:r>
              <a:rPr lang="es-CL" dirty="0"/>
              <a:t>MARCAS: {TITULO}, {ENTRADA}, {PROCESO}, {SALIDA}</a:t>
            </a:r>
          </a:p>
          <a:p>
            <a:r>
              <a:rPr lang="es-CL" dirty="0"/>
              <a:t>USA_CUANDO: explicar + entrada_proceso_salida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140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flujo_decision</a:t>
            </a:r>
          </a:p>
          <a:p>
            <a:r>
              <a:rPr lang="es-CL" dirty="0"/>
              <a:t>MARCAS: {TITULO}, {PREGUNTA}, {SI}, {NO}</a:t>
            </a:r>
          </a:p>
          <a:p>
            <a:r>
              <a:rPr lang="es-CL" dirty="0"/>
              <a:t>USA_CUANDO: decidir + flujo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100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organigrama_4</a:t>
            </a:r>
          </a:p>
          <a:p>
            <a:r>
              <a:rPr lang="es-CL" dirty="0"/>
              <a:t>MARCAS: {TITULO}, {RAIZ}, {RAMA_1}, {RAMA_2}, {RAMA_3}, {RAMA_4}</a:t>
            </a:r>
          </a:p>
          <a:p>
            <a:r>
              <a:rPr lang="es-CL" dirty="0"/>
              <a:t>USA_CUANDO: explicar + organigrama_4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5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organigrama_simple</a:t>
            </a:r>
          </a:p>
          <a:p>
            <a:r>
              <a:rPr lang="es-CL" dirty="0"/>
              <a:t>MARCAS: {TITULO}, {RAIZ}, {RAMA_1}, {RAMA_2}, {HOJA_1}, {HOJA_2}, {HOJA_3}, {HOJA_4}</a:t>
            </a:r>
          </a:p>
          <a:p>
            <a:r>
              <a:rPr lang="es-CL" dirty="0"/>
              <a:t>USA_CUANDO: explicar + organigrama_hojas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60</a:t>
            </a:r>
          </a:p>
          <a:p>
            <a:r>
              <a:rPr lang="es-CL" dirty="0"/>
              <a:t>TOPE_ITEMS: 7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mapa_conceptual</a:t>
            </a:r>
          </a:p>
          <a:p>
            <a:r>
              <a:rPr lang="es-CL" dirty="0"/>
              <a:t>MARCAS: {TITULO}, {CENTRO}, {CONCEPTO_1}, {CONCEPTO_2}, {CONCEPTO_3}, {CONCEPTO_4}</a:t>
            </a:r>
          </a:p>
          <a:p>
            <a:r>
              <a:rPr lang="es-CL" dirty="0"/>
              <a:t>USA_CUANDO: relacionar + mapa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5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arbol_horizontal</a:t>
            </a:r>
          </a:p>
          <a:p>
            <a:r>
              <a:rPr lang="es-CL" dirty="0"/>
              <a:t>MARCAS: {TITULO}, {RAIZ}, {RAMA_1}, {RAMA_2}, {RAMA_3}</a:t>
            </a:r>
          </a:p>
          <a:p>
            <a:r>
              <a:rPr lang="es-CL" dirty="0"/>
              <a:t>USA_CUANDO: explicar + arbol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tabla_2_columnas</a:t>
            </a:r>
          </a:p>
          <a:p>
            <a:r>
              <a:rPr lang="es-CL" dirty="0"/>
              <a:t>MARCAS: {TITULO}, {CABECERA_1}, {CABECERA_2}, {CELDA_1_1}, {CELDA_1_2}, {CELDA_2_1}, {CELDA_2_2}, {CELDA_3_1}, {CELDA_3_2}, {CELDA_4_1}, {CELDA_4_2}, {CELDA_5_1}, {CELDA_5_2}</a:t>
            </a:r>
          </a:p>
          <a:p>
            <a:r>
              <a:rPr lang="es-CL" dirty="0"/>
              <a:t>USA_CUANDO: explicar + tabla_2_columnas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80</a:t>
            </a:r>
          </a:p>
          <a:p>
            <a:r>
              <a:rPr lang="es-CL" dirty="0"/>
              <a:t>TOPE_ITEMS: 5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tabla_4_columnas</a:t>
            </a:r>
          </a:p>
          <a:p>
            <a:r>
              <a:rPr lang="es-CL" dirty="0"/>
              <a:t>MARCAS: {TITULO}, {CABECERA_1}, {CABECERA_2}, {CABECERA_3}, {CABECERA_4}, {CELDA_1_1}, {CELDA_1_2}, {CELDA_1_3}, {CELDA_1_4}, {CELDA_2_1}, {CELDA_2_2}, {CELDA_2_3}, {CELDA_2_4}, {CELDA_3_1}, {CELDA_3_2}, {CELDA_3_3}, {CELDA_3_4}, {CELDA_4_1}, {CELDA_4_2}, {CELDA_4_3}, {CELDA_4_4}</a:t>
            </a:r>
          </a:p>
          <a:p>
            <a:r>
              <a:rPr lang="es-CL" dirty="0"/>
              <a:t>USA_CUANDO: explicar + tabla_4_columnas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40</a:t>
            </a:r>
          </a:p>
          <a:p>
            <a:r>
              <a:rPr lang="es-CL" dirty="0"/>
              <a:t>TOPE_ITEMS: 16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rubrica</a:t>
            </a:r>
          </a:p>
          <a:p>
            <a:r>
              <a:rPr lang="es-CL" dirty="0"/>
              <a:t>MARCAS: {TITULO}, {CABECERA_1}, {CABECERA_2}, {CABECERA_3}, {CABECERA_4}, {CELDA_1_1}, {CELDA_1_2}, {CELDA_1_3}, {CELDA_1_4}, {CELDA_2_1}, {CELDA_2_2}, {CELDA_2_3}, {CELDA_2_4}, {CELDA_3_1}, {CELDA_3_2}, {CELDA_3_3}, {CELDA_3_4}</a:t>
            </a:r>
          </a:p>
          <a:p>
            <a:r>
              <a:rPr lang="es-CL" dirty="0"/>
              <a:t>USA_CUANDO: evaluar + rubrica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12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tabla_cronograma</a:t>
            </a:r>
          </a:p>
          <a:p>
            <a:r>
              <a:rPr lang="es-CL" dirty="0"/>
              <a:t>MARCAS: {TITULO}, {CABECERA_1}, {CABECERA_2}, {CABECERA_3}, {CELDA_1_1}, {CELDA_1_2}, {CELDA_1_3}, {CELDA_2_1}, {CELDA_2_2}, {CELDA_2_3}, {CELDA_3_1}, {CELDA_3_2}, {CELDA_3_3}, {CELDA_4_1}, {CELDA_4_2}, {CELDA_4_3}, {CELDA_5_1}, {CELDA_5_2}, {CELDA_5_3}</a:t>
            </a:r>
          </a:p>
          <a:p>
            <a:r>
              <a:rPr lang="es-CL" dirty="0"/>
              <a:t>USA_CUANDO: planificar + cronograma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70</a:t>
            </a:r>
          </a:p>
          <a:p>
            <a:r>
              <a:rPr lang="es-CL" dirty="0"/>
              <a:t>TOPE_ITEMS: 15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tabla_destacada</a:t>
            </a:r>
          </a:p>
          <a:p>
            <a:r>
              <a:rPr lang="es-CL" dirty="0"/>
              <a:t>MARCAS: {TITULO}, {CABECERA_1}, {CABECERA_2}, {CABECERA_3}, {CELDA_1_1}, {CELDA_1_2}, {CELDA_1_3}, {CELDA_2_1}, {CELDA_2_2}, {CELDA_2_3}, {CELDA_3_1}, {CELDA_3_2}, {CELDA_3_3}, {CELDA_4_1}, {CELDA_4_2}, {CELDA_4_3}</a:t>
            </a:r>
          </a:p>
          <a:p>
            <a:r>
              <a:rPr lang="es-CL" dirty="0"/>
              <a:t>USA_CUANDO: explicar + tabla_destacada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60</a:t>
            </a:r>
          </a:p>
          <a:p>
            <a:r>
              <a:rPr lang="es-CL" dirty="0"/>
              <a:t>TOPE_ITEMS: 12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antes_despues</a:t>
            </a:r>
          </a:p>
          <a:p>
            <a:r>
              <a:rPr lang="es-CL" dirty="0"/>
              <a:t>MARCAS: {TITULO}, {ANTES}, {DESPUES}</a:t>
            </a:r>
          </a:p>
          <a:p>
            <a:r>
              <a:rPr lang="es-CL" dirty="0"/>
              <a:t>USA_CUANDO: explicar + antes_despues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200</a:t>
            </a:r>
          </a:p>
          <a:p>
            <a:r>
              <a:rPr lang="es-CL" dirty="0"/>
              <a:t>TOPE_ITEMS: 2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pros_contras</a:t>
            </a:r>
          </a:p>
          <a:p>
            <a:r>
              <a:rPr lang="es-CL" dirty="0"/>
              <a:t>MARCAS: {TITULO}, {VENTAJAS_TITULO}, {VENTAJAS}, {LIMITES_TITULO}, {LIMITES}</a:t>
            </a:r>
          </a:p>
          <a:p>
            <a:r>
              <a:rPr lang="es-CL" dirty="0"/>
              <a:t>USA_CUANDO: analizar + pros_contras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200</a:t>
            </a:r>
          </a:p>
          <a:p>
            <a:r>
              <a:rPr lang="es-CL" dirty="0"/>
              <a:t>TOPE_ITEMS: 8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mito_realidad</a:t>
            </a:r>
          </a:p>
          <a:p>
            <a:r>
              <a:rPr lang="es-CL" dirty="0"/>
              <a:t>MARCAS: {TITULO}, {MITO}, {REALIDAD}</a:t>
            </a:r>
          </a:p>
          <a:p>
            <a:r>
              <a:rPr lang="es-CL" dirty="0"/>
              <a:t>USA_CUANDO: corregir + mito_realidad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200</a:t>
            </a:r>
          </a:p>
          <a:p>
            <a:r>
              <a:rPr lang="es-CL" dirty="0"/>
              <a:t>TOPE_ITEMS: 2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cita</a:t>
            </a:r>
          </a:p>
          <a:p>
            <a:r>
              <a:rPr lang="es-CL" dirty="0"/>
              <a:t>MARCAS: {TITULO}, {CITA}, {AUTOR}</a:t>
            </a:r>
          </a:p>
          <a:p>
            <a:r>
              <a:rPr lang="es-CL" dirty="0"/>
              <a:t>USA_CUANDO: citar + texto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220</a:t>
            </a:r>
          </a:p>
          <a:p>
            <a:r>
              <a:rPr lang="es-CL" dirty="0"/>
              <a:t>TOPE_ITEMS: 1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texto_dos_columnas</a:t>
            </a:r>
          </a:p>
          <a:p>
            <a:r>
              <a:rPr lang="es-CL" dirty="0"/>
              <a:t>MARCAS: {TITULO}, {COLUMNA_IZQ}, {COLUMNA_DER}</a:t>
            </a:r>
          </a:p>
          <a:p>
            <a:r>
              <a:rPr lang="es-CL" dirty="0"/>
              <a:t>USA_CUANDO: explicar + texto_dos_columnas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300</a:t>
            </a:r>
          </a:p>
          <a:p>
            <a:r>
              <a:rPr lang="es-CL" dirty="0"/>
              <a:t>TOPE_ITEMS: 2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tres_ideas</a:t>
            </a:r>
          </a:p>
          <a:p>
            <a:r>
              <a:rPr lang="es-CL" dirty="0"/>
              <a:t>MARCAS: {TITULO}, {IDEA_1}, {IDEA_2}, {IDEA_3}</a:t>
            </a:r>
          </a:p>
          <a:p>
            <a:r>
              <a:rPr lang="es-CL" dirty="0"/>
              <a:t>USA_CUANDO: explicar + tres_ideas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140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objetivo</a:t>
            </a:r>
          </a:p>
          <a:p>
            <a:r>
              <a:rPr lang="es-CL" dirty="0"/>
              <a:t>MARCAS: {TITULO}, {OBJETIVO}, {INDICADORES}</a:t>
            </a:r>
          </a:p>
          <a:p>
            <a:r>
              <a:rPr lang="es-CL" dirty="0"/>
              <a:t>USA_CUANDO: abrir + objetivo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180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agenda_bloques</a:t>
            </a:r>
          </a:p>
          <a:p>
            <a:r>
              <a:rPr lang="es-CL" dirty="0"/>
              <a:t>MARCAS: {TITULO}, {HORA_1}, {BLOQUE_1}, {HORA_2}, {BLOQUE_2}, {HORA_3}, {BLOQUE_3}, {HORA_4}, {BLOQUE_4}</a:t>
            </a:r>
          </a:p>
          <a:p>
            <a:r>
              <a:rPr lang="es-CL" dirty="0"/>
              <a:t>USA_CUANDO: planificar + agenda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80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contexto</a:t>
            </a:r>
          </a:p>
          <a:p>
            <a:r>
              <a:rPr lang="es-CL" dirty="0"/>
              <a:t>MARCAS: {TITULO}, {CONTEXTO}, {PREGUNTA_GUIA}</a:t>
            </a:r>
          </a:p>
          <a:p>
            <a:r>
              <a:rPr lang="es-CL" dirty="0"/>
              <a:t>USA_CUANDO: abrir + contexto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280</a:t>
            </a:r>
          </a:p>
          <a:p>
            <a:r>
              <a:rPr lang="es-CL" dirty="0"/>
              <a:t>TOPE_ITEMS: 2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equipo_roles</a:t>
            </a:r>
          </a:p>
          <a:p>
            <a:r>
              <a:rPr lang="es-CL" dirty="0"/>
              <a:t>MARCAS: {TITULO}, {ROL_1}, {FUNCION_1}, {ROL_2}, {FUNCION_2}, {ROL_3}, {FUNCION_3}, {ROL_4}, {FUNCION_4}</a:t>
            </a:r>
          </a:p>
          <a:p>
            <a:r>
              <a:rPr lang="es-CL" dirty="0"/>
              <a:t>USA_CUANDO: organizar + roles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100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tarea</a:t>
            </a:r>
          </a:p>
          <a:p>
            <a:r>
              <a:rPr lang="es-CL" dirty="0"/>
              <a:t>MARCAS: {TITULO}, {FECHA_ENTREGA}, {TAREA}, {MATERIALES}</a:t>
            </a:r>
          </a:p>
          <a:p>
            <a:r>
              <a:rPr lang="es-CL" dirty="0"/>
              <a:t>USA_CUANDO: cerrar + tarea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220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evaluacion</a:t>
            </a:r>
          </a:p>
          <a:p>
            <a:r>
              <a:rPr lang="es-CL" dirty="0"/>
              <a:t>MARCAS: {TITULO}, {TIPO}, {PONDERACION}, {FECHA}, {CRITERIOS}</a:t>
            </a:r>
          </a:p>
          <a:p>
            <a:r>
              <a:rPr lang="es-CL" dirty="0"/>
              <a:t>USA_CUANDO: informar + evaluacion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220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bibliografia</a:t>
            </a:r>
          </a:p>
          <a:p>
            <a:r>
              <a:rPr lang="es-CL" dirty="0"/>
              <a:t>MARCAS: {TITULO}, {REFERENCIAS}</a:t>
            </a:r>
          </a:p>
          <a:p>
            <a:r>
              <a:rPr lang="es-CL" dirty="0"/>
              <a:t>USA_CUANDO: cerrar + bibliografia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200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glosario_6</a:t>
            </a:r>
          </a:p>
          <a:p>
            <a:r>
              <a:rPr lang="es-CL" dirty="0"/>
              <a:t>MARCAS: {TITULO}, {TERMINO_1}, {SIGNIFICADO_1}, {TERMINO_2}, {SIGNIFICADO_2}, {TERMINO_3}, {SIGNIFICADO_3}, {TERMINO_4}, {SIGNIFICADO_4}, {TERMINO_5}, {SIGNIFICADO_5}, {TERMINO_6}, {SIGNIFICADO_6}</a:t>
            </a:r>
          </a:p>
          <a:p>
            <a:r>
              <a:rPr lang="es-CL" dirty="0"/>
              <a:t>USA_CUANDO: explicar + glosario_6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ejemplo_resuelto</a:t>
            </a:r>
          </a:p>
          <a:p>
            <a:r>
              <a:rPr lang="es-CL" dirty="0"/>
              <a:t>MARCAS: {TITULO}, {ENUNCIADO}, {SOLUCION}, {RESULTADO}</a:t>
            </a:r>
          </a:p>
          <a:p>
            <a:r>
              <a:rPr lang="es-CL" dirty="0"/>
              <a:t>USA_CUANDO: ejemplo + resolucion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160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formula</a:t>
            </a:r>
          </a:p>
          <a:p>
            <a:r>
              <a:rPr lang="es-CL" dirty="0"/>
              <a:t>MARCAS: {TITULO}, {FORMULA}, {VARIABLES}</a:t>
            </a:r>
          </a:p>
          <a:p>
            <a:r>
              <a:rPr lang="es-CL" dirty="0"/>
              <a:t>USA_CUANDO: explicar + formula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60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codigo_completo</a:t>
            </a:r>
          </a:p>
          <a:p>
            <a:r>
              <a:rPr lang="es-CL" dirty="0"/>
              <a:t>MARCAS: {TITULO}, {CODIGO}</a:t>
            </a:r>
          </a:p>
          <a:p>
            <a:r>
              <a:rPr lang="es-CL" dirty="0"/>
              <a:t>USA_CUANDO: ejemplo + codigo_completo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14</a:t>
            </a:r>
          </a:p>
          <a:p>
            <a:r>
              <a:rPr lang="es-CL" dirty="0"/>
              <a:t>TOPE_ITEMS: 14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codigo_comparar</a:t>
            </a:r>
          </a:p>
          <a:p>
            <a:r>
              <a:rPr lang="es-CL" dirty="0"/>
              <a:t>MARCAS: {TITULO}, {CODIGO_A_TITULO}, {CODIGO_A}, {CODIGO_B_TITULO}, {CODIGO_B}</a:t>
            </a:r>
          </a:p>
          <a:p>
            <a:r>
              <a:rPr lang="es-CL" dirty="0"/>
              <a:t>USA_CUANDO: ejemplo + codigo_comparar</a:t>
            </a:r>
          </a:p>
          <a:p>
            <a:r>
              <a:rPr lang="es-CL" dirty="0"/>
              <a:t>TOPE_TITULO: 60</a:t>
            </a:r>
          </a:p>
          <a:p>
            <a:r>
              <a:rPr lang="es-CL" dirty="0"/>
              <a:t>TOPE_CUERPO: 10</a:t>
            </a:r>
          </a:p>
          <a:p>
            <a:r>
              <a:rPr lang="es-CL" dirty="0"/>
              <a:t>TOPE_ITEMS: 10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error_comun</a:t>
            </a:r>
          </a:p>
          <a:p>
            <a:r>
              <a:rPr lang="es-CL" dirty="0"/>
              <a:t>MARCAS: {TITULO}, {ERROR}, {CORRECTO}, {POR_QUE}</a:t>
            </a:r>
          </a:p>
          <a:p>
            <a:r>
              <a:rPr lang="es-CL" dirty="0"/>
              <a:t>USA_CUANDO: corregir + error_comun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160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cifras_tres</a:t>
            </a:r>
          </a:p>
          <a:p>
            <a:r>
              <a:rPr lang="es-CL" dirty="0"/>
              <a:t>MARCAS: {TITULO}, {DATO_1}, {DESCRIPCION_1}, {DATO_2}, {DESCRIPCION_2}, {DATO_3}, {DESCRIPCION_3}, {FUENTE}</a:t>
            </a:r>
          </a:p>
          <a:p>
            <a:r>
              <a:rPr lang="es-CL" dirty="0"/>
              <a:t>USA_CUANDO: informar + cifras_3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cifras_cuatro</a:t>
            </a:r>
          </a:p>
          <a:p>
            <a:r>
              <a:rPr lang="es-CL" dirty="0"/>
              <a:t>MARCAS: {TITULO}, {DATO_1}, {ETIQUETA_1}, {DATO_2}, {ETIQUETA_2}, {DATO_3}, {ETIQUETA_3}, {DATO_4}, {ETIQUETA_4}</a:t>
            </a:r>
          </a:p>
          <a:p>
            <a:r>
              <a:rPr lang="es-CL" dirty="0"/>
              <a:t>USA_CUANDO: informar + cifras_4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70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cuatro_bloques</a:t>
            </a:r>
          </a:p>
          <a:p>
            <a:r>
              <a:rPr lang="es-CL" dirty="0"/>
              <a:t>MARCAS: {TITULO}, {BLOQUE_1_TITULO}, {BLOQUE_1}, {BLOQUE_2_TITULO}, {BLOQUE_2}, {BLOQUE_3_TITULO}, {BLOQUE_3}, {BLOQUE_4_TITULO}, {BLOQUE_4}</a:t>
            </a:r>
          </a:p>
          <a:p>
            <a:r>
              <a:rPr lang="es-CL" dirty="0"/>
              <a:t>USA_CUANDO: explicar + cuatro_bloques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debate</a:t>
            </a:r>
          </a:p>
          <a:p>
            <a:r>
              <a:rPr lang="es-CL" dirty="0"/>
              <a:t>MARCAS: {TITULO}, {TEMA}, {POSTURA_A}, {POSTURA_B}</a:t>
            </a:r>
          </a:p>
          <a:p>
            <a:r>
              <a:rPr lang="es-CL" dirty="0"/>
              <a:t>USA_CUANDO: debatir + posturas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120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trabajo_grupal</a:t>
            </a:r>
          </a:p>
          <a:p>
            <a:r>
              <a:rPr lang="es-CL" dirty="0"/>
              <a:t>MARCAS: {TITULO}, {CONSIGNA}, {TIEMPO}, {ROLES}</a:t>
            </a:r>
          </a:p>
          <a:p>
            <a:r>
              <a:rPr lang="es-CL" dirty="0"/>
              <a:t>USA_CUANDO: aplicar + trabajo_grupal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240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venn</a:t>
            </a:r>
          </a:p>
          <a:p>
            <a:r>
              <a:rPr lang="es-CL" dirty="0"/>
              <a:t>MARCAS: {TITULO}, {CONJUNTO_A}, {COMUN}, {CONJUNTO_B}</a:t>
            </a:r>
          </a:p>
          <a:p>
            <a:r>
              <a:rPr lang="es-CL" dirty="0"/>
              <a:t>USA_CUANDO: relacionar + venn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60</a:t>
            </a:r>
          </a:p>
          <a:p>
            <a:r>
              <a:rPr lang="es-CL" dirty="0"/>
              <a:t>TOPE_ITEMS: 3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pregunta_alternativas</a:t>
            </a:r>
          </a:p>
          <a:p>
            <a:r>
              <a:rPr lang="es-CL" dirty="0"/>
              <a:t>MARCAS: {TITULO}, {PREGUNTA}, {OPCION_A}, {OPCION_B}, {OPCION_C}, {OPCION_D}</a:t>
            </a:r>
          </a:p>
          <a:p>
            <a:r>
              <a:rPr lang="es-CL" dirty="0"/>
              <a:t>USA_CUANDO: evaluar + alternativas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110</a:t>
            </a:r>
          </a:p>
          <a:p>
            <a:r>
              <a:rPr lang="es-CL" dirty="0"/>
              <a:t>TOPE_ITEMS: 4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checklist</a:t>
            </a:r>
          </a:p>
          <a:p>
            <a:r>
              <a:rPr lang="es-CL" dirty="0"/>
              <a:t>MARCAS: {TITULO}, {LISTA_A}, {LISTA_B}</a:t>
            </a:r>
          </a:p>
          <a:p>
            <a:r>
              <a:rPr lang="es-CL" dirty="0"/>
              <a:t>USA_CUANDO: verificar + checklist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6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seccion</a:t>
            </a:r>
          </a:p>
          <a:p>
            <a:r>
              <a:rPr lang="es-CL" dirty="0"/>
              <a:t>MARCAS: {TITULO}, {SECCION}, {DESCRIPCION}</a:t>
            </a:r>
          </a:p>
          <a:p>
            <a:r>
              <a:rPr lang="es-CL" dirty="0"/>
              <a:t>USA_CUANDO: abrir + seccion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90</a:t>
            </a:r>
          </a:p>
          <a:p>
            <a:r>
              <a:rPr lang="es-CL" dirty="0"/>
              <a:t>TOPE_ITEMS: 1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LAYOUT: pausa</a:t>
            </a:r>
          </a:p>
          <a:p>
            <a:r>
              <a:rPr lang="es-CL" dirty="0"/>
              <a:t>MARCAS: {TITULO}, {DURACION}, {MENSAJE}</a:t>
            </a:r>
          </a:p>
          <a:p>
            <a:r>
              <a:rPr lang="es-CL" dirty="0"/>
              <a:t>USA_CUANDO: pausar + descanso</a:t>
            </a:r>
          </a:p>
          <a:p>
            <a:r>
              <a:rPr lang="es-CL" dirty="0"/>
              <a:t>TOPE_TITULO: 70</a:t>
            </a:r>
          </a:p>
          <a:p>
            <a:r>
              <a:rPr lang="es-CL" dirty="0"/>
              <a:t>TOPE_CUERPO: 120</a:t>
            </a:r>
          </a:p>
          <a:p>
            <a:r>
              <a:rPr lang="es-CL" dirty="0"/>
              <a:t>TOPE_ITEMS: 1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ota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788C1C85-CD96-4085-7CD2-C1AF31E29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057268D2-56A0-668E-F864-C372AF987B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762" y="4629149"/>
            <a:ext cx="5329237" cy="94836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CL" dirty="0"/>
          </a:p>
        </p:txBody>
      </p:sp>
      <p:sp>
        <p:nvSpPr>
          <p:cNvPr id="7" name="Marcador de texto 5">
            <a:extLst>
              <a:ext uri="{FF2B5EF4-FFF2-40B4-BE49-F238E27FC236}">
                <a16:creationId xmlns:a16="http://schemas.microsoft.com/office/drawing/2014/main" id="{8D7ECA36-08C4-210D-2FBF-C5CF837F56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6762" y="5714147"/>
            <a:ext cx="5329237" cy="47849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r>
              <a:rPr lang="es-ES" dirty="0"/>
              <a:t>Área</a:t>
            </a:r>
            <a:endParaRPr lang="es-CL" dirty="0"/>
          </a:p>
        </p:txBody>
      </p:sp>
      <p:sp>
        <p:nvSpPr>
          <p:cNvPr id="9" name="Marcador de texto 5">
            <a:extLst>
              <a:ext uri="{FF2B5EF4-FFF2-40B4-BE49-F238E27FC236}">
                <a16:creationId xmlns:a16="http://schemas.microsoft.com/office/drawing/2014/main" id="{F6E60A8A-54A9-4CF6-5583-43A68DAEBD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6762" y="6357512"/>
            <a:ext cx="5329237" cy="2379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r>
              <a:rPr lang="es-ES" dirty="0"/>
              <a:t>Fecha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437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788C1C85-CD96-4085-7CD2-C1AF31E29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057268D2-56A0-668E-F864-C372AF987B9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762" y="2898476"/>
            <a:ext cx="5329237" cy="147889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CL" dirty="0"/>
          </a:p>
        </p:txBody>
      </p:sp>
      <p:sp>
        <p:nvSpPr>
          <p:cNvPr id="7" name="Marcador de texto 5">
            <a:extLst>
              <a:ext uri="{FF2B5EF4-FFF2-40B4-BE49-F238E27FC236}">
                <a16:creationId xmlns:a16="http://schemas.microsoft.com/office/drawing/2014/main" id="{8D7ECA36-08C4-210D-2FBF-C5CF837F56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6762" y="4513998"/>
            <a:ext cx="5329237" cy="478497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r>
              <a:rPr lang="es-ES" dirty="0"/>
              <a:t>Área</a:t>
            </a:r>
            <a:endParaRPr lang="es-CL" dirty="0"/>
          </a:p>
        </p:txBody>
      </p:sp>
      <p:sp>
        <p:nvSpPr>
          <p:cNvPr id="9" name="Marcador de texto 5">
            <a:extLst>
              <a:ext uri="{FF2B5EF4-FFF2-40B4-BE49-F238E27FC236}">
                <a16:creationId xmlns:a16="http://schemas.microsoft.com/office/drawing/2014/main" id="{F6E60A8A-54A9-4CF6-5583-43A68DAEBD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66762" y="5157363"/>
            <a:ext cx="5329237" cy="23792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r>
              <a:rPr lang="es-ES" dirty="0"/>
              <a:t>Fecha</a:t>
            </a:r>
            <a:endParaRPr lang="es-CL" dirty="0"/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555527F7-1146-ADBC-C394-985819EA79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14838" y="1216153"/>
            <a:ext cx="4441427" cy="4433655"/>
          </a:xfrm>
          <a:custGeom>
            <a:avLst/>
            <a:gdLst>
              <a:gd name="csX0" fmla="*/ 447875 w 4441427"/>
              <a:gd name="csY0" fmla="*/ 0 h 4433655"/>
              <a:gd name="csX1" fmla="*/ 2090083 w 4441427"/>
              <a:gd name="csY1" fmla="*/ 0 h 4433655"/>
              <a:gd name="csX2" fmla="*/ 2407328 w 4441427"/>
              <a:gd name="csY2" fmla="*/ 130402 h 4433655"/>
              <a:gd name="csX3" fmla="*/ 4310797 w 4441427"/>
              <a:gd name="csY3" fmla="*/ 2030540 h 4433655"/>
              <a:gd name="csX4" fmla="*/ 4441427 w 4441427"/>
              <a:gd name="csY4" fmla="*/ 2347229 h 4433655"/>
              <a:gd name="csX5" fmla="*/ 4441427 w 4441427"/>
              <a:gd name="csY5" fmla="*/ 3986564 h 4433655"/>
              <a:gd name="csX6" fmla="*/ 4012213 w 4441427"/>
              <a:gd name="csY6" fmla="*/ 4433655 h 4433655"/>
              <a:gd name="csX7" fmla="*/ 2351344 w 4441427"/>
              <a:gd name="csY7" fmla="*/ 4433655 h 4433655"/>
              <a:gd name="csX8" fmla="*/ 2034099 w 4441427"/>
              <a:gd name="csY8" fmla="*/ 4303254 h 4433655"/>
              <a:gd name="csX9" fmla="*/ 130630 w 4441427"/>
              <a:gd name="csY9" fmla="*/ 2403116 h 4433655"/>
              <a:gd name="csX10" fmla="*/ 0 w 4441427"/>
              <a:gd name="csY10" fmla="*/ 2086426 h 4433655"/>
              <a:gd name="csX11" fmla="*/ 0 w 4441427"/>
              <a:gd name="csY11" fmla="*/ 447091 h 4433655"/>
              <a:gd name="csX12" fmla="*/ 447875 w 4441427"/>
              <a:gd name="csY12" fmla="*/ 0 h 44336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4441427" h="4433655">
                <a:moveTo>
                  <a:pt x="447875" y="0"/>
                </a:moveTo>
                <a:cubicBezTo>
                  <a:pt x="447875" y="0"/>
                  <a:pt x="447875" y="0"/>
                  <a:pt x="2090083" y="0"/>
                </a:cubicBezTo>
                <a:cubicBezTo>
                  <a:pt x="2220713" y="0"/>
                  <a:pt x="2332682" y="37258"/>
                  <a:pt x="2407328" y="130402"/>
                </a:cubicBezTo>
                <a:cubicBezTo>
                  <a:pt x="2407328" y="130402"/>
                  <a:pt x="2407328" y="130402"/>
                  <a:pt x="4310797" y="2030540"/>
                </a:cubicBezTo>
                <a:cubicBezTo>
                  <a:pt x="4404104" y="2123684"/>
                  <a:pt x="4441427" y="2235456"/>
                  <a:pt x="4441427" y="2347229"/>
                </a:cubicBezTo>
                <a:cubicBezTo>
                  <a:pt x="4441427" y="2347229"/>
                  <a:pt x="4441427" y="2347229"/>
                  <a:pt x="4441427" y="3986564"/>
                </a:cubicBezTo>
                <a:cubicBezTo>
                  <a:pt x="4441427" y="4228738"/>
                  <a:pt x="4254813" y="4433655"/>
                  <a:pt x="4012213" y="4433655"/>
                </a:cubicBezTo>
                <a:cubicBezTo>
                  <a:pt x="4012213" y="4433655"/>
                  <a:pt x="4012213" y="4433655"/>
                  <a:pt x="2351344" y="4433655"/>
                </a:cubicBezTo>
                <a:cubicBezTo>
                  <a:pt x="2239375" y="4433655"/>
                  <a:pt x="2127406" y="4377769"/>
                  <a:pt x="2034099" y="4303254"/>
                </a:cubicBezTo>
                <a:cubicBezTo>
                  <a:pt x="2034099" y="4303254"/>
                  <a:pt x="2034099" y="4303254"/>
                  <a:pt x="130630" y="2403116"/>
                </a:cubicBezTo>
                <a:cubicBezTo>
                  <a:pt x="55985" y="2309972"/>
                  <a:pt x="0" y="2198199"/>
                  <a:pt x="0" y="2086426"/>
                </a:cubicBezTo>
                <a:cubicBezTo>
                  <a:pt x="0" y="2086426"/>
                  <a:pt x="0" y="2086426"/>
                  <a:pt x="0" y="447091"/>
                </a:cubicBezTo>
                <a:cubicBezTo>
                  <a:pt x="0" y="186288"/>
                  <a:pt x="205276" y="0"/>
                  <a:pt x="447875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94283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15" y="2194873"/>
            <a:ext cx="5552005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737316" y="2795588"/>
            <a:ext cx="5552005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B76845CD-2044-E10D-AE9F-B122E6CA7A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19873" y="2389463"/>
            <a:ext cx="3096049" cy="312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50000"/>
              </a:lnSpc>
              <a:buNone/>
              <a:defRPr sz="2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CONCEPTO 1 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10F62BF-311A-8CDF-6AB2-6468BE0354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19873" y="2843139"/>
            <a:ext cx="3096049" cy="312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50000"/>
              </a:lnSpc>
              <a:buNone/>
              <a:defRPr sz="2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CONCEPTO 2 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F4BDF3B1-68C9-2AC1-8AD1-94E5A7FACEB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9873" y="3296815"/>
            <a:ext cx="3096049" cy="312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50000"/>
              </a:lnSpc>
              <a:buNone/>
              <a:defRPr sz="2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CONCEPTO 3 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2EA8F37B-40DA-D4DE-8764-42D4D6F784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19873" y="3750491"/>
            <a:ext cx="3096049" cy="312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50000"/>
              </a:lnSpc>
              <a:buNone/>
              <a:defRPr sz="2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CONCEPTO 4 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25A0DD4C-D444-3C17-F94A-958DF04ED4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19873" y="4204169"/>
            <a:ext cx="3096049" cy="31225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50000"/>
              </a:lnSpc>
              <a:buNone/>
              <a:defRPr sz="2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CONCEPTO 5 </a:t>
            </a:r>
          </a:p>
        </p:txBody>
      </p:sp>
      <p:sp>
        <p:nvSpPr>
          <p:cNvPr id="8" name="Freeform 5">
            <a:extLst>
              <a:ext uri="{FF2B5EF4-FFF2-40B4-BE49-F238E27FC236}">
                <a16:creationId xmlns:a16="http://schemas.microsoft.com/office/drawing/2014/main" id="{D5B9986E-9FB5-FA6F-B8A3-BE3768813192}"/>
              </a:ext>
            </a:extLst>
          </p:cNvPr>
          <p:cNvSpPr>
            <a:spLocks/>
          </p:cNvSpPr>
          <p:nvPr userDrawn="1"/>
        </p:nvSpPr>
        <p:spPr bwMode="auto">
          <a:xfrm>
            <a:off x="1108736" y="2136042"/>
            <a:ext cx="499728" cy="506842"/>
          </a:xfrm>
          <a:custGeom>
            <a:avLst/>
            <a:gdLst>
              <a:gd name="T0" fmla="*/ 223 w 234"/>
              <a:gd name="T1" fmla="*/ 99 h 238"/>
              <a:gd name="T2" fmla="*/ 132 w 234"/>
              <a:gd name="T3" fmla="*/ 8 h 238"/>
              <a:gd name="T4" fmla="*/ 112 w 234"/>
              <a:gd name="T5" fmla="*/ 0 h 238"/>
              <a:gd name="T6" fmla="*/ 27 w 234"/>
              <a:gd name="T7" fmla="*/ 0 h 238"/>
              <a:gd name="T8" fmla="*/ 0 w 234"/>
              <a:gd name="T9" fmla="*/ 28 h 238"/>
              <a:gd name="T10" fmla="*/ 0 w 234"/>
              <a:gd name="T11" fmla="*/ 210 h 238"/>
              <a:gd name="T12" fmla="*/ 27 w 234"/>
              <a:gd name="T13" fmla="*/ 238 h 238"/>
              <a:gd name="T14" fmla="*/ 112 w 234"/>
              <a:gd name="T15" fmla="*/ 238 h 238"/>
              <a:gd name="T16" fmla="*/ 132 w 234"/>
              <a:gd name="T17" fmla="*/ 230 h 238"/>
              <a:gd name="T18" fmla="*/ 223 w 234"/>
              <a:gd name="T19" fmla="*/ 138 h 238"/>
              <a:gd name="T20" fmla="*/ 223 w 234"/>
              <a:gd name="T21" fmla="*/ 99 h 23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34" h="238">
                <a:moveTo>
                  <a:pt x="223" y="99"/>
                </a:moveTo>
                <a:cubicBezTo>
                  <a:pt x="132" y="8"/>
                  <a:pt x="132" y="8"/>
                  <a:pt x="132" y="8"/>
                </a:cubicBezTo>
                <a:cubicBezTo>
                  <a:pt x="126" y="3"/>
                  <a:pt x="119" y="0"/>
                  <a:pt x="112" y="0"/>
                </a:cubicBezTo>
                <a:cubicBezTo>
                  <a:pt x="27" y="0"/>
                  <a:pt x="27" y="0"/>
                  <a:pt x="27" y="0"/>
                </a:cubicBezTo>
                <a:cubicBezTo>
                  <a:pt x="12" y="0"/>
                  <a:pt x="0" y="12"/>
                  <a:pt x="0" y="28"/>
                </a:cubicBezTo>
                <a:cubicBezTo>
                  <a:pt x="0" y="210"/>
                  <a:pt x="0" y="210"/>
                  <a:pt x="0" y="210"/>
                </a:cubicBezTo>
                <a:cubicBezTo>
                  <a:pt x="0" y="226"/>
                  <a:pt x="12" y="238"/>
                  <a:pt x="27" y="238"/>
                </a:cubicBezTo>
                <a:cubicBezTo>
                  <a:pt x="112" y="238"/>
                  <a:pt x="112" y="238"/>
                  <a:pt x="112" y="238"/>
                </a:cubicBezTo>
                <a:cubicBezTo>
                  <a:pt x="119" y="238"/>
                  <a:pt x="126" y="235"/>
                  <a:pt x="132" y="230"/>
                </a:cubicBezTo>
                <a:cubicBezTo>
                  <a:pt x="223" y="138"/>
                  <a:pt x="223" y="138"/>
                  <a:pt x="223" y="138"/>
                </a:cubicBezTo>
                <a:cubicBezTo>
                  <a:pt x="234" y="128"/>
                  <a:pt x="234" y="110"/>
                  <a:pt x="223" y="99"/>
                </a:cubicBezTo>
                <a:close/>
              </a:path>
            </a:pathLst>
          </a:custGeom>
          <a:solidFill>
            <a:srgbClr val="AA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224458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81B4473-6E99-5831-680A-F0331F4EA5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4300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514579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81B4473-6E99-5831-680A-F0331F4EA5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4300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001818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bg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4300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2" name="Marcador de texto 17">
            <a:extLst>
              <a:ext uri="{FF2B5EF4-FFF2-40B4-BE49-F238E27FC236}">
                <a16:creationId xmlns:a16="http://schemas.microsoft.com/office/drawing/2014/main" id="{C61854FA-3728-C5FC-FC99-55541BEA8C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438182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4411925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81B4473-6E99-5831-680A-F0331F4EA5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4300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2" name="Marcador de texto 17">
            <a:extLst>
              <a:ext uri="{FF2B5EF4-FFF2-40B4-BE49-F238E27FC236}">
                <a16:creationId xmlns:a16="http://schemas.microsoft.com/office/drawing/2014/main" id="{C61854FA-3728-C5FC-FC99-55541BEA8C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438182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4449667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391951"/>
            <a:ext cx="8323437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bg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D34238F-1404-F764-5324-9B9E90049D1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4298" y="1337093"/>
            <a:ext cx="10723400" cy="5128956"/>
          </a:xfrm>
          <a:prstGeom prst="rect">
            <a:avLst/>
          </a:prstGeom>
        </p:spPr>
        <p:txBody>
          <a:bodyPr/>
          <a:lstStyle>
            <a:lvl1pPr>
              <a:buNone/>
              <a:defRPr sz="1400"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545049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81B4473-6E99-5831-680A-F0331F4EA5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391951"/>
            <a:ext cx="8323437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2" name="Marcador de contenido 8">
            <a:extLst>
              <a:ext uri="{FF2B5EF4-FFF2-40B4-BE49-F238E27FC236}">
                <a16:creationId xmlns:a16="http://schemas.microsoft.com/office/drawing/2014/main" id="{D819FCC0-F9F3-A11E-C956-DE3AA90BBDD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4298" y="1337093"/>
            <a:ext cx="10723400" cy="5128956"/>
          </a:xfrm>
          <a:prstGeom prst="rect">
            <a:avLst/>
          </a:prstGeom>
        </p:spPr>
        <p:txBody>
          <a:bodyPr/>
          <a:lstStyle>
            <a:lvl1pPr>
              <a:buNone/>
              <a:defRPr sz="140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</a:lstStyle>
          <a:p>
            <a:pPr lvl="0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530556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F6A611-2DFB-91B9-3988-C77EE72BA1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178" y="1986959"/>
            <a:ext cx="5079521" cy="2884083"/>
          </a:xfrm>
          <a:prstGeom prst="rect">
            <a:avLst/>
          </a:prstGeom>
        </p:spPr>
        <p:txBody>
          <a:bodyPr/>
          <a:lstStyle>
            <a:lvl1pPr algn="l">
              <a:defRPr sz="9000" b="0" spc="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TEXTO</a:t>
            </a:r>
            <a:br>
              <a:rPr lang="es-ES" dirty="0"/>
            </a:br>
            <a:r>
              <a:rPr lang="es-ES" dirty="0"/>
              <a:t>_TXT</a:t>
            </a:r>
            <a:endParaRPr lang="es-CL" dirty="0"/>
          </a:p>
        </p:txBody>
      </p:sp>
      <p:sp>
        <p:nvSpPr>
          <p:cNvPr id="6" name="Marcador de texto 13">
            <a:extLst>
              <a:ext uri="{FF2B5EF4-FFF2-40B4-BE49-F238E27FC236}">
                <a16:creationId xmlns:a16="http://schemas.microsoft.com/office/drawing/2014/main" id="{D7E2C28F-B372-D7E2-306A-9F88F487F3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2303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bg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7" name="Marcador de texto 17">
            <a:extLst>
              <a:ext uri="{FF2B5EF4-FFF2-40B4-BE49-F238E27FC236}">
                <a16:creationId xmlns:a16="http://schemas.microsoft.com/office/drawing/2014/main" id="{87A4369B-7378-D4DA-F626-A1BBCFBED9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2304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138051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5B7EAAE-F138-B114-9410-734A8197BB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AF6A611-2DFB-91B9-3988-C77EE72BA1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178" y="1986959"/>
            <a:ext cx="5079521" cy="2884083"/>
          </a:xfrm>
          <a:prstGeom prst="rect">
            <a:avLst/>
          </a:prstGeom>
        </p:spPr>
        <p:txBody>
          <a:bodyPr/>
          <a:lstStyle>
            <a:lvl1pPr algn="l">
              <a:defRPr sz="9000" b="0" spc="0" baseline="0">
                <a:solidFill>
                  <a:schemeClr val="accent1"/>
                </a:solidFill>
              </a:defRPr>
            </a:lvl1pPr>
          </a:lstStyle>
          <a:p>
            <a:r>
              <a:rPr lang="es-ES" dirty="0"/>
              <a:t>TEXTO</a:t>
            </a:r>
            <a:br>
              <a:rPr lang="es-ES" dirty="0"/>
            </a:br>
            <a:r>
              <a:rPr lang="es-ES" dirty="0"/>
              <a:t>_TXT</a:t>
            </a:r>
            <a:endParaRPr lang="es-CL" dirty="0"/>
          </a:p>
        </p:txBody>
      </p:sp>
      <p:sp>
        <p:nvSpPr>
          <p:cNvPr id="6" name="Marcador de texto 13">
            <a:extLst>
              <a:ext uri="{FF2B5EF4-FFF2-40B4-BE49-F238E27FC236}">
                <a16:creationId xmlns:a16="http://schemas.microsoft.com/office/drawing/2014/main" id="{D7E2C28F-B372-D7E2-306A-9F88F487F3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2303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7" name="Marcador de texto 17">
            <a:extLst>
              <a:ext uri="{FF2B5EF4-FFF2-40B4-BE49-F238E27FC236}">
                <a16:creationId xmlns:a16="http://schemas.microsoft.com/office/drawing/2014/main" id="{87A4369B-7378-D4DA-F626-A1BBCFBED9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2304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accent1"/>
                </a:solidFill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7426444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5B7EAAE-F138-B114-9410-734A8197BB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AF6A611-2DFB-91B9-3988-C77EE72BA1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0178" y="1986959"/>
            <a:ext cx="5079521" cy="2884083"/>
          </a:xfrm>
          <a:prstGeom prst="rect">
            <a:avLst/>
          </a:prstGeom>
        </p:spPr>
        <p:txBody>
          <a:bodyPr/>
          <a:lstStyle>
            <a:lvl1pPr algn="l">
              <a:defRPr sz="9000" b="0" spc="0" baseline="0"/>
            </a:lvl1pPr>
          </a:lstStyle>
          <a:p>
            <a:r>
              <a:rPr lang="es-ES" dirty="0"/>
              <a:t>TEXTO</a:t>
            </a:r>
            <a:br>
              <a:rPr lang="es-ES" dirty="0"/>
            </a:br>
            <a:r>
              <a:rPr lang="es-ES" dirty="0"/>
              <a:t>_TXT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515083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81B4473-6E99-5831-680A-F0331F4EA5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4300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7790846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derech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Marcador de texto 13">
            <a:extLst>
              <a:ext uri="{FF2B5EF4-FFF2-40B4-BE49-F238E27FC236}">
                <a16:creationId xmlns:a16="http://schemas.microsoft.com/office/drawing/2014/main" id="{3FBC83AB-A5E9-B414-00B4-4DB138641A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4299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274A08A-A5B0-5C46-C253-265A4E9409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4300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7AF60EE4-229E-56A6-D9A5-8A0E6F90E2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52799" y="6187201"/>
            <a:ext cx="1382522" cy="28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4140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izquierda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13">
            <a:extLst>
              <a:ext uri="{FF2B5EF4-FFF2-40B4-BE49-F238E27FC236}">
                <a16:creationId xmlns:a16="http://schemas.microsoft.com/office/drawing/2014/main" id="{D7E2C28F-B372-D7E2-306A-9F88F487F3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2303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7" name="Marcador de texto 17">
            <a:extLst>
              <a:ext uri="{FF2B5EF4-FFF2-40B4-BE49-F238E27FC236}">
                <a16:creationId xmlns:a16="http://schemas.microsoft.com/office/drawing/2014/main" id="{87A4369B-7378-D4DA-F626-A1BBCFBED9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2304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D76C5914-F723-169B-841D-EDF4CD4EF8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0803" y="6187201"/>
            <a:ext cx="1382522" cy="288026"/>
          </a:xfrm>
          <a:prstGeom prst="rect">
            <a:avLst/>
          </a:prstGeom>
        </p:spPr>
      </p:pic>
      <p:sp>
        <p:nvSpPr>
          <p:cNvPr id="14" name="Marcador de posición de imagen 13">
            <a:extLst>
              <a:ext uri="{FF2B5EF4-FFF2-40B4-BE49-F238E27FC236}">
                <a16:creationId xmlns:a16="http://schemas.microsoft.com/office/drawing/2014/main" id="{5E052C88-2069-8395-F2F0-88F33828971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93738" y="749301"/>
            <a:ext cx="5404666" cy="5562599"/>
          </a:xfrm>
          <a:custGeom>
            <a:avLst/>
            <a:gdLst>
              <a:gd name="csX0" fmla="*/ 631031 w 5404666"/>
              <a:gd name="csY0" fmla="*/ 0 h 5562599"/>
              <a:gd name="csX1" fmla="*/ 2617611 w 5404666"/>
              <a:gd name="csY1" fmla="*/ 0 h 5562599"/>
              <a:gd name="csX2" fmla="*/ 3085042 w 5404666"/>
              <a:gd name="csY2" fmla="*/ 186978 h 5562599"/>
              <a:gd name="csX3" fmla="*/ 5211851 w 5404666"/>
              <a:gd name="csY3" fmla="*/ 2313854 h 5562599"/>
              <a:gd name="csX4" fmla="*/ 5211851 w 5404666"/>
              <a:gd name="csY4" fmla="*/ 3225373 h 5562599"/>
              <a:gd name="csX5" fmla="*/ 3085042 w 5404666"/>
              <a:gd name="csY5" fmla="*/ 5375621 h 5562599"/>
              <a:gd name="csX6" fmla="*/ 2617611 w 5404666"/>
              <a:gd name="csY6" fmla="*/ 5562599 h 5562599"/>
              <a:gd name="csX7" fmla="*/ 631031 w 5404666"/>
              <a:gd name="csY7" fmla="*/ 5562599 h 5562599"/>
              <a:gd name="csX8" fmla="*/ 0 w 5404666"/>
              <a:gd name="csY8" fmla="*/ 4908176 h 5562599"/>
              <a:gd name="csX9" fmla="*/ 0 w 5404666"/>
              <a:gd name="csY9" fmla="*/ 654424 h 5562599"/>
              <a:gd name="csX10" fmla="*/ 631031 w 5404666"/>
              <a:gd name="csY10" fmla="*/ 0 h 55625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404666" h="5562599">
                <a:moveTo>
                  <a:pt x="631031" y="0"/>
                </a:moveTo>
                <a:cubicBezTo>
                  <a:pt x="631031" y="0"/>
                  <a:pt x="631031" y="0"/>
                  <a:pt x="2617611" y="0"/>
                </a:cubicBezTo>
                <a:cubicBezTo>
                  <a:pt x="2781212" y="0"/>
                  <a:pt x="2944813" y="70117"/>
                  <a:pt x="3085042" y="186978"/>
                </a:cubicBezTo>
                <a:cubicBezTo>
                  <a:pt x="3085042" y="186978"/>
                  <a:pt x="3085042" y="186978"/>
                  <a:pt x="5211851" y="2313854"/>
                </a:cubicBezTo>
                <a:cubicBezTo>
                  <a:pt x="5468938" y="2570949"/>
                  <a:pt x="5468938" y="2991650"/>
                  <a:pt x="5211851" y="3225373"/>
                </a:cubicBezTo>
                <a:cubicBezTo>
                  <a:pt x="5211851" y="3225373"/>
                  <a:pt x="5211851" y="3225373"/>
                  <a:pt x="3085042" y="5375621"/>
                </a:cubicBezTo>
                <a:cubicBezTo>
                  <a:pt x="2944813" y="5492482"/>
                  <a:pt x="2781212" y="5562599"/>
                  <a:pt x="2617611" y="5562599"/>
                </a:cubicBezTo>
                <a:cubicBezTo>
                  <a:pt x="2617611" y="5562599"/>
                  <a:pt x="2617611" y="5562599"/>
                  <a:pt x="631031" y="5562599"/>
                </a:cubicBezTo>
                <a:cubicBezTo>
                  <a:pt x="280458" y="5562599"/>
                  <a:pt x="0" y="5282132"/>
                  <a:pt x="0" y="4908176"/>
                </a:cubicBezTo>
                <a:cubicBezTo>
                  <a:pt x="0" y="4908176"/>
                  <a:pt x="0" y="4908176"/>
                  <a:pt x="0" y="654424"/>
                </a:cubicBezTo>
                <a:cubicBezTo>
                  <a:pt x="0" y="280467"/>
                  <a:pt x="280458" y="0"/>
                  <a:pt x="631031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>
            <a:noAutofit/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72247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izquierda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13">
            <a:extLst>
              <a:ext uri="{FF2B5EF4-FFF2-40B4-BE49-F238E27FC236}">
                <a16:creationId xmlns:a16="http://schemas.microsoft.com/office/drawing/2014/main" id="{D7E2C28F-B372-D7E2-306A-9F88F487F3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2303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7" name="Marcador de texto 17">
            <a:extLst>
              <a:ext uri="{FF2B5EF4-FFF2-40B4-BE49-F238E27FC236}">
                <a16:creationId xmlns:a16="http://schemas.microsoft.com/office/drawing/2014/main" id="{87A4369B-7378-D4DA-F626-A1BBCFBED9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2304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D76C5914-F723-169B-841D-EDF4CD4EF8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0803" y="6187201"/>
            <a:ext cx="1382522" cy="288026"/>
          </a:xfrm>
          <a:prstGeom prst="rect">
            <a:avLst/>
          </a:prstGeom>
        </p:spPr>
      </p:pic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566B264B-A159-A40B-46BE-A8FE6E4DA6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92150" y="836581"/>
            <a:ext cx="5354638" cy="5361019"/>
          </a:xfrm>
          <a:custGeom>
            <a:avLst/>
            <a:gdLst>
              <a:gd name="csX0" fmla="*/ 2666070 w 5354638"/>
              <a:gd name="csY0" fmla="*/ 0 h 5361019"/>
              <a:gd name="csX1" fmla="*/ 3104790 w 5354638"/>
              <a:gd name="csY1" fmla="*/ 185638 h 5361019"/>
              <a:gd name="csX2" fmla="*/ 5174650 w 5354638"/>
              <a:gd name="csY2" fmla="*/ 2233289 h 5361019"/>
              <a:gd name="csX3" fmla="*/ 5354638 w 5354638"/>
              <a:gd name="csY3" fmla="*/ 2683322 h 5361019"/>
              <a:gd name="csX4" fmla="*/ 5354638 w 5354638"/>
              <a:gd name="csY4" fmla="*/ 4730973 h 5361019"/>
              <a:gd name="csX5" fmla="*/ 4724681 w 5354638"/>
              <a:gd name="csY5" fmla="*/ 5361019 h 5361019"/>
              <a:gd name="csX6" fmla="*/ 607459 w 5354638"/>
              <a:gd name="csY6" fmla="*/ 5361019 h 5361019"/>
              <a:gd name="csX7" fmla="*/ 0 w 5354638"/>
              <a:gd name="csY7" fmla="*/ 4730973 h 5361019"/>
              <a:gd name="csX8" fmla="*/ 0 w 5354638"/>
              <a:gd name="csY8" fmla="*/ 2683322 h 5361019"/>
              <a:gd name="csX9" fmla="*/ 179988 w 5354638"/>
              <a:gd name="csY9" fmla="*/ 2233289 h 5361019"/>
              <a:gd name="csX10" fmla="*/ 2227350 w 5354638"/>
              <a:gd name="csY10" fmla="*/ 185638 h 5361019"/>
              <a:gd name="csX11" fmla="*/ 2666070 w 5354638"/>
              <a:gd name="csY11" fmla="*/ 0 h 53610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354638" h="5361019">
                <a:moveTo>
                  <a:pt x="2666070" y="0"/>
                </a:moveTo>
                <a:cubicBezTo>
                  <a:pt x="2823559" y="0"/>
                  <a:pt x="2981048" y="61879"/>
                  <a:pt x="3104790" y="185638"/>
                </a:cubicBezTo>
                <a:cubicBezTo>
                  <a:pt x="3104790" y="185638"/>
                  <a:pt x="3104790" y="185638"/>
                  <a:pt x="5174650" y="2233289"/>
                </a:cubicBezTo>
                <a:cubicBezTo>
                  <a:pt x="5287143" y="2345797"/>
                  <a:pt x="5354638" y="2525811"/>
                  <a:pt x="5354638" y="2683322"/>
                </a:cubicBezTo>
                <a:cubicBezTo>
                  <a:pt x="5354638" y="2683322"/>
                  <a:pt x="5354638" y="2683322"/>
                  <a:pt x="5354638" y="4730973"/>
                </a:cubicBezTo>
                <a:cubicBezTo>
                  <a:pt x="5354638" y="5090999"/>
                  <a:pt x="5062158" y="5361019"/>
                  <a:pt x="4724681" y="5361019"/>
                </a:cubicBezTo>
                <a:cubicBezTo>
                  <a:pt x="4724681" y="5361019"/>
                  <a:pt x="4724681" y="5361019"/>
                  <a:pt x="607459" y="5361019"/>
                </a:cubicBezTo>
                <a:cubicBezTo>
                  <a:pt x="269982" y="5361019"/>
                  <a:pt x="0" y="5090999"/>
                  <a:pt x="0" y="4730973"/>
                </a:cubicBezTo>
                <a:cubicBezTo>
                  <a:pt x="0" y="4730973"/>
                  <a:pt x="0" y="4730973"/>
                  <a:pt x="0" y="2683322"/>
                </a:cubicBezTo>
                <a:cubicBezTo>
                  <a:pt x="0" y="2525811"/>
                  <a:pt x="67496" y="2345797"/>
                  <a:pt x="179988" y="2233289"/>
                </a:cubicBezTo>
                <a:cubicBezTo>
                  <a:pt x="179988" y="2233289"/>
                  <a:pt x="179988" y="2233289"/>
                  <a:pt x="2227350" y="185638"/>
                </a:cubicBezTo>
                <a:cubicBezTo>
                  <a:pt x="2351091" y="61879"/>
                  <a:pt x="2508581" y="0"/>
                  <a:pt x="266607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>
            <a:noAutofit/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7139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izquierda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13">
            <a:extLst>
              <a:ext uri="{FF2B5EF4-FFF2-40B4-BE49-F238E27FC236}">
                <a16:creationId xmlns:a16="http://schemas.microsoft.com/office/drawing/2014/main" id="{D7E2C28F-B372-D7E2-306A-9F88F487F32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2303" y="2194873"/>
            <a:ext cx="5019520" cy="399280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buNone/>
              <a:defRPr sz="2400" b="1">
                <a:latin typeface="Vedana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ES" dirty="0"/>
              <a:t>LOREM IPSUM</a:t>
            </a:r>
            <a:endParaRPr lang="es-CL" dirty="0"/>
          </a:p>
        </p:txBody>
      </p:sp>
      <p:sp>
        <p:nvSpPr>
          <p:cNvPr id="7" name="Marcador de texto 17">
            <a:extLst>
              <a:ext uri="{FF2B5EF4-FFF2-40B4-BE49-F238E27FC236}">
                <a16:creationId xmlns:a16="http://schemas.microsoft.com/office/drawing/2014/main" id="{87A4369B-7378-D4DA-F626-A1BBCFBED9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2304" y="2795588"/>
            <a:ext cx="5019520" cy="2242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1400">
                <a:latin typeface="Vedana"/>
              </a:defRPr>
            </a:lvl1pPr>
            <a:lvl2pPr>
              <a:buNone/>
              <a:defRPr sz="1200"/>
            </a:lvl2pPr>
            <a:lvl3pPr>
              <a:buNone/>
              <a:defRPr sz="1200"/>
            </a:lvl3pPr>
            <a:lvl4pPr>
              <a:buNone/>
              <a:defRPr sz="1200"/>
            </a:lvl4pPr>
            <a:lvl5pPr>
              <a:buNone/>
              <a:defRPr sz="1200"/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D76C5914-F723-169B-841D-EDF4CD4EF8A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0803" y="6187201"/>
            <a:ext cx="1382522" cy="288026"/>
          </a:xfrm>
          <a:prstGeom prst="rect">
            <a:avLst/>
          </a:prstGeom>
        </p:spPr>
      </p:pic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F66BABF5-E035-4E57-DD33-732374CD08F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68338" y="776288"/>
            <a:ext cx="5426075" cy="5421312"/>
          </a:xfrm>
          <a:custGeom>
            <a:avLst/>
            <a:gdLst>
              <a:gd name="csX0" fmla="*/ 2872628 w 5426075"/>
              <a:gd name="csY0" fmla="*/ 0 h 5421312"/>
              <a:gd name="csX1" fmla="*/ 4901707 w 5426075"/>
              <a:gd name="csY1" fmla="*/ 0 h 5421312"/>
              <a:gd name="csX2" fmla="*/ 5426075 w 5426075"/>
              <a:gd name="csY2" fmla="*/ 546687 h 5421312"/>
              <a:gd name="csX3" fmla="*/ 5426075 w 5426075"/>
              <a:gd name="csY3" fmla="*/ 2551206 h 5421312"/>
              <a:gd name="csX4" fmla="*/ 5266485 w 5426075"/>
              <a:gd name="csY4" fmla="*/ 2938442 h 5421312"/>
              <a:gd name="csX5" fmla="*/ 2941024 w 5426075"/>
              <a:gd name="csY5" fmla="*/ 5261862 h 5421312"/>
              <a:gd name="csX6" fmla="*/ 2553447 w 5426075"/>
              <a:gd name="csY6" fmla="*/ 5421312 h 5421312"/>
              <a:gd name="csX7" fmla="*/ 547167 w 5426075"/>
              <a:gd name="csY7" fmla="*/ 5421312 h 5421312"/>
              <a:gd name="csX8" fmla="*/ 0 w 5426075"/>
              <a:gd name="csY8" fmla="*/ 4874625 h 5421312"/>
              <a:gd name="csX9" fmla="*/ 0 w 5426075"/>
              <a:gd name="csY9" fmla="*/ 2870106 h 5421312"/>
              <a:gd name="csX10" fmla="*/ 159591 w 5426075"/>
              <a:gd name="csY10" fmla="*/ 2482870 h 5421312"/>
              <a:gd name="csX11" fmla="*/ 2485051 w 5426075"/>
              <a:gd name="csY11" fmla="*/ 159450 h 5421312"/>
              <a:gd name="csX12" fmla="*/ 2872628 w 5426075"/>
              <a:gd name="csY12" fmla="*/ 0 h 54213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5426075" h="5421312">
                <a:moveTo>
                  <a:pt x="2872628" y="0"/>
                </a:moveTo>
                <a:cubicBezTo>
                  <a:pt x="2872628" y="0"/>
                  <a:pt x="2872628" y="0"/>
                  <a:pt x="4901707" y="0"/>
                </a:cubicBezTo>
                <a:cubicBezTo>
                  <a:pt x="5198089" y="0"/>
                  <a:pt x="5426075" y="227786"/>
                  <a:pt x="5426075" y="546687"/>
                </a:cubicBezTo>
                <a:cubicBezTo>
                  <a:pt x="5426075" y="546687"/>
                  <a:pt x="5426075" y="546687"/>
                  <a:pt x="5426075" y="2551206"/>
                </a:cubicBezTo>
                <a:cubicBezTo>
                  <a:pt x="5426075" y="2687878"/>
                  <a:pt x="5380478" y="2824549"/>
                  <a:pt x="5266485" y="2938442"/>
                </a:cubicBezTo>
                <a:cubicBezTo>
                  <a:pt x="5266485" y="2938442"/>
                  <a:pt x="5266485" y="2938442"/>
                  <a:pt x="2941024" y="5261862"/>
                </a:cubicBezTo>
                <a:cubicBezTo>
                  <a:pt x="2849829" y="5352976"/>
                  <a:pt x="2713038" y="5421312"/>
                  <a:pt x="2553447" y="5421312"/>
                </a:cubicBezTo>
                <a:cubicBezTo>
                  <a:pt x="2553447" y="5421312"/>
                  <a:pt x="2553447" y="5421312"/>
                  <a:pt x="547167" y="5421312"/>
                </a:cubicBezTo>
                <a:cubicBezTo>
                  <a:pt x="250785" y="5421312"/>
                  <a:pt x="0" y="5170747"/>
                  <a:pt x="0" y="4874625"/>
                </a:cubicBezTo>
                <a:cubicBezTo>
                  <a:pt x="0" y="4874625"/>
                  <a:pt x="0" y="4874625"/>
                  <a:pt x="0" y="2870106"/>
                </a:cubicBezTo>
                <a:cubicBezTo>
                  <a:pt x="0" y="2733435"/>
                  <a:pt x="68396" y="2596763"/>
                  <a:pt x="159591" y="2482870"/>
                </a:cubicBezTo>
                <a:cubicBezTo>
                  <a:pt x="159591" y="2482870"/>
                  <a:pt x="159591" y="2482870"/>
                  <a:pt x="2485051" y="159450"/>
                </a:cubicBezTo>
                <a:cubicBezTo>
                  <a:pt x="2599044" y="45557"/>
                  <a:pt x="2735836" y="0"/>
                  <a:pt x="2872628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>
            <a:noAutofit/>
          </a:bodyPr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82979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3EA56BF3-790F-8DBE-5B60-44B85A0AA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913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113FD44-77F1-9279-E3B3-33C783276347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719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705" r:id="rId2"/>
    <p:sldLayoutId id="2147483691" r:id="rId3"/>
    <p:sldLayoutId id="2147483692" r:id="rId4"/>
    <p:sldLayoutId id="2147483698" r:id="rId5"/>
    <p:sldLayoutId id="2147483702" r:id="rId6"/>
    <p:sldLayoutId id="2147483700" r:id="rId7"/>
    <p:sldLayoutId id="2147483701" r:id="rId8"/>
    <p:sldLayoutId id="2147483704" r:id="rId9"/>
    <p:sldLayoutId id="2147483699" r:id="rId10"/>
    <p:sldLayoutId id="2147483703" r:id="rId11"/>
    <p:sldLayoutId id="2147483693" r:id="rId12"/>
    <p:sldLayoutId id="2147483695" r:id="rId13"/>
    <p:sldLayoutId id="2147483696" r:id="rId14"/>
    <p:sldLayoutId id="2147483697" r:id="rId15"/>
    <p:sldLayoutId id="2147483706" r:id="rId16"/>
    <p:sldLayoutId id="2147483707" r:id="rId17"/>
    <p:sldLayoutId id="2147483689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B8CCFA-D255-BE3A-73DD-848228D4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2860AABC-854B-6909-6648-0E685058B8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6762" y="4629149"/>
            <a:ext cx="5329237" cy="948367"/>
          </a:xfrm>
        </p:spPr>
        <p:txBody>
          <a:bodyPr/>
          <a:lstStyle/>
          <a:p>
            <a:r>
              <a:rPr lang="es-CL" dirty="0"/>
              <a:t>{NOMBRE_ASIGNATURA}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CE1A128-3189-D63C-F956-815098D6D7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s-CL" dirty="0"/>
              <a:t>Clase </a:t>
            </a:r>
            <a:r>
              <a:rPr lang="es-CL" dirty="0" err="1"/>
              <a:t>Nº</a:t>
            </a:r>
            <a:r>
              <a:rPr lang="es-CL" dirty="0"/>
              <a:t> {NUMERO_CLASE}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255665-A267-AE33-E8C3-A7ACEA2796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CL" dirty="0"/>
              <a:t>Fecha: {FECHA_CLASE}</a:t>
            </a:r>
          </a:p>
        </p:txBody>
      </p:sp>
    </p:spTree>
    <p:extLst>
      <p:ext uri="{BB962C8B-B14F-4D97-AF65-F5344CB8AC3E}">
        <p14:creationId xmlns:p14="http://schemas.microsoft.com/office/powerpoint/2010/main" val="3669021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Barra"/>
          <p:cNvSpPr/>
          <p:nvPr/>
        </p:nvSpPr>
        <p:spPr>
          <a:xfrm>
            <a:off x="736600" y="1574800"/>
            <a:ext cx="76200" cy="449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Contenido"/>
          <p:cNvSpPr>
            <a:spLocks noGrp="1"/>
          </p:cNvSpPr>
          <p:nvPr>
            <p:ph sz="quarter" idx="14"/>
          </p:nvPr>
        </p:nvSpPr>
        <p:spPr>
          <a:xfrm>
            <a:off x="1092200" y="1422400"/>
            <a:ext cx="10363200" cy="4800600"/>
          </a:xfrm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800" dirty="0">
                <a:solidFill>
                  <a:schemeClr val="bg1"/>
                </a:solidFill>
              </a:rPr>
              <a:t>{CONTENIDO}</a:t>
            </a:r>
          </a:p>
        </p:txBody>
      </p:sp>
    </p:spTree>
    <p:extLst>
      <p:ext uri="{BB962C8B-B14F-4D97-AF65-F5344CB8AC3E}">
        <p14:creationId xmlns:p14="http://schemas.microsoft.com/office/powerpoint/2010/main" val="888942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ontenido"/>
          <p:cNvSpPr>
            <a:spLocks noGrp="1"/>
          </p:cNvSpPr>
          <p:nvPr>
            <p:ph sz="quarter" idx="14"/>
          </p:nvPr>
        </p:nvSpPr>
        <p:spPr>
          <a:xfrm>
            <a:off x="736600" y="1422400"/>
            <a:ext cx="10718800" cy="4800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lang="es-CL" sz="2200" dirty="0">
                <a:solidFill>
                  <a:schemeClr val="bg1"/>
                </a:solidFill>
              </a:rPr>
              <a:t>{CONTENIDO}</a:t>
            </a:r>
          </a:p>
        </p:txBody>
      </p:sp>
    </p:spTree>
    <p:extLst>
      <p:ext uri="{BB962C8B-B14F-4D97-AF65-F5344CB8AC3E}">
        <p14:creationId xmlns:p14="http://schemas.microsoft.com/office/powerpoint/2010/main" val="733238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ontenido"/>
          <p:cNvSpPr>
            <a:spLocks noGrp="1"/>
          </p:cNvSpPr>
          <p:nvPr>
            <p:ph sz="quarter" idx="14"/>
          </p:nvPr>
        </p:nvSpPr>
        <p:spPr>
          <a:xfrm>
            <a:off x="736600" y="1422400"/>
            <a:ext cx="10718800" cy="4800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400050" indent="-400050" algn="l">
              <a:lnSpc>
                <a:spcPct val="9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s-CL" sz="2200" dirty="0">
                <a:solidFill>
                  <a:schemeClr val="bg1"/>
                </a:solidFill>
              </a:rPr>
              <a:t>{CONTENIDO}</a:t>
            </a:r>
          </a:p>
        </p:txBody>
      </p:sp>
    </p:spTree>
    <p:extLst>
      <p:ext uri="{BB962C8B-B14F-4D97-AF65-F5344CB8AC3E}">
        <p14:creationId xmlns:p14="http://schemas.microsoft.com/office/powerpoint/2010/main" val="3971467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Ficha 1"/>
          <p:cNvSpPr/>
          <p:nvPr/>
        </p:nvSpPr>
        <p:spPr>
          <a:xfrm>
            <a:off x="736600" y="1422400"/>
            <a:ext cx="5257800" cy="1422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{FICHA_1}</a:t>
            </a:r>
          </a:p>
        </p:txBody>
      </p:sp>
      <p:sp>
        <p:nvSpPr>
          <p:cNvPr id="5" name="Ficha 2"/>
          <p:cNvSpPr/>
          <p:nvPr/>
        </p:nvSpPr>
        <p:spPr>
          <a:xfrm>
            <a:off x="6197600" y="1422400"/>
            <a:ext cx="5257800" cy="1422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{FICHA_2}</a:t>
            </a:r>
          </a:p>
        </p:txBody>
      </p:sp>
      <p:sp>
        <p:nvSpPr>
          <p:cNvPr id="6" name="Ficha 3"/>
          <p:cNvSpPr/>
          <p:nvPr/>
        </p:nvSpPr>
        <p:spPr>
          <a:xfrm>
            <a:off x="736600" y="3048000"/>
            <a:ext cx="5257800" cy="1422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{FICHA_3}</a:t>
            </a:r>
          </a:p>
        </p:txBody>
      </p:sp>
      <p:sp>
        <p:nvSpPr>
          <p:cNvPr id="7" name="Ficha 4"/>
          <p:cNvSpPr/>
          <p:nvPr/>
        </p:nvSpPr>
        <p:spPr>
          <a:xfrm>
            <a:off x="6197600" y="3048000"/>
            <a:ext cx="5257800" cy="1422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{FICHA_4}</a:t>
            </a:r>
          </a:p>
        </p:txBody>
      </p:sp>
      <p:sp>
        <p:nvSpPr>
          <p:cNvPr id="8" name="Pregunta"/>
          <p:cNvSpPr/>
          <p:nvPr/>
        </p:nvSpPr>
        <p:spPr>
          <a:xfrm>
            <a:off x="736600" y="4724400"/>
            <a:ext cx="10718800" cy="149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54000" tIns="101600" rIns="2540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</a:rPr>
              <a:t>{PREGUNTA}</a:t>
            </a:r>
          </a:p>
        </p:txBody>
      </p:sp>
    </p:spTree>
    <p:extLst>
      <p:ext uri="{BB962C8B-B14F-4D97-AF65-F5344CB8AC3E}">
        <p14:creationId xmlns:p14="http://schemas.microsoft.com/office/powerpoint/2010/main" val="1527733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Barra"/>
          <p:cNvSpPr/>
          <p:nvPr/>
        </p:nvSpPr>
        <p:spPr>
          <a:xfrm>
            <a:off x="736600" y="1574800"/>
            <a:ext cx="76200" cy="449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Problema"/>
          <p:cNvSpPr txBox="1"/>
          <p:nvPr/>
        </p:nvSpPr>
        <p:spPr>
          <a:xfrm>
            <a:off x="1092200" y="1422400"/>
            <a:ext cx="62484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600" dirty="0">
                <a:solidFill>
                  <a:schemeClr val="bg1"/>
                </a:solidFill>
              </a:rPr>
              <a:t>{PROBLEMA}</a:t>
            </a:r>
          </a:p>
        </p:txBody>
      </p:sp>
      <p:sp>
        <p:nvSpPr>
          <p:cNvPr id="6" name="Hoy"/>
          <p:cNvSpPr/>
          <p:nvPr/>
        </p:nvSpPr>
        <p:spPr>
          <a:xfrm>
            <a:off x="7696200" y="1422400"/>
            <a:ext cx="3759200" cy="4800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54000" tIns="152400" rIns="254000" bIns="152400" rtlCol="0" anchor="ctr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lang="es-CL" sz="2200" dirty="0">
                <a:solidFill>
                  <a:schemeClr val="bg1"/>
                </a:solidFill>
              </a:rPr>
              <a:t>{HOY}</a:t>
            </a:r>
          </a:p>
        </p:txBody>
      </p:sp>
    </p:spTree>
    <p:extLst>
      <p:ext uri="{BB962C8B-B14F-4D97-AF65-F5344CB8AC3E}">
        <p14:creationId xmlns:p14="http://schemas.microsoft.com/office/powerpoint/2010/main" val="18741907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Definición"/>
          <p:cNvSpPr/>
          <p:nvPr/>
        </p:nvSpPr>
        <p:spPr>
          <a:xfrm>
            <a:off x="736600" y="1422400"/>
            <a:ext cx="10718800" cy="226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27000" rIns="254000" bIns="1270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{DEFINICION}</a:t>
            </a:r>
          </a:p>
        </p:txBody>
      </p:sp>
      <p:sp>
        <p:nvSpPr>
          <p:cNvPr id="5" name="En simple"/>
          <p:cNvSpPr/>
          <p:nvPr/>
        </p:nvSpPr>
        <p:spPr>
          <a:xfrm>
            <a:off x="736600" y="3886200"/>
            <a:ext cx="10718800" cy="233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254000" tIns="127000" rIns="254000" bIns="1270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tx1"/>
                </a:solidFill>
              </a:rPr>
              <a:t>{EN_SIMPLE}</a:t>
            </a:r>
          </a:p>
        </p:txBody>
      </p:sp>
    </p:spTree>
    <p:extLst>
      <p:ext uri="{BB962C8B-B14F-4D97-AF65-F5344CB8AC3E}">
        <p14:creationId xmlns:p14="http://schemas.microsoft.com/office/powerpoint/2010/main" val="2208838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Izquierda título"/>
          <p:cNvSpPr/>
          <p:nvPr/>
        </p:nvSpPr>
        <p:spPr>
          <a:xfrm>
            <a:off x="736600" y="1422400"/>
            <a:ext cx="5105400" cy="812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{IZQUIERDA_TITULO}</a:t>
            </a:r>
          </a:p>
        </p:txBody>
      </p:sp>
      <p:sp>
        <p:nvSpPr>
          <p:cNvPr id="5" name="Izquierda"/>
          <p:cNvSpPr txBox="1"/>
          <p:nvPr/>
        </p:nvSpPr>
        <p:spPr>
          <a:xfrm>
            <a:off x="736600" y="2438400"/>
            <a:ext cx="5105400" cy="3784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8"/>
              </a:spcBef>
              <a:buFont typeface="Arial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{IZQUIERDA}</a:t>
            </a:r>
          </a:p>
        </p:txBody>
      </p:sp>
      <p:sp>
        <p:nvSpPr>
          <p:cNvPr id="6" name="Derecha título"/>
          <p:cNvSpPr/>
          <p:nvPr/>
        </p:nvSpPr>
        <p:spPr>
          <a:xfrm>
            <a:off x="6350000" y="1422400"/>
            <a:ext cx="5105400" cy="812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{DERECHA_TITULO}</a:t>
            </a:r>
          </a:p>
        </p:txBody>
      </p:sp>
      <p:sp>
        <p:nvSpPr>
          <p:cNvPr id="7" name="Derecha"/>
          <p:cNvSpPr txBox="1"/>
          <p:nvPr/>
        </p:nvSpPr>
        <p:spPr>
          <a:xfrm>
            <a:off x="6350000" y="2438400"/>
            <a:ext cx="5105400" cy="3784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8"/>
              </a:spcBef>
              <a:buFont typeface="Arial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{DERECHA}</a:t>
            </a:r>
          </a:p>
        </p:txBody>
      </p:sp>
    </p:spTree>
    <p:extLst>
      <p:ext uri="{BB962C8B-B14F-4D97-AF65-F5344CB8AC3E}">
        <p14:creationId xmlns:p14="http://schemas.microsoft.com/office/powerpoint/2010/main" val="4080478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Eje"/>
          <p:cNvCxnSpPr/>
          <p:nvPr/>
        </p:nvCxnSpPr>
        <p:spPr>
          <a:xfrm>
            <a:off x="736600" y="3175000"/>
            <a:ext cx="10718800" cy="0"/>
          </a:xfrm>
          <a:prstGeom prst="line">
            <a:avLst/>
          </a:prstGeom>
          <a:ln w="25400">
            <a:solidFill>
              <a:schemeClr val="bg1"/>
            </a:solidFill>
          </a:ln>
        </p:spPr>
      </p:cxnSp>
      <p:sp>
        <p:nvSpPr>
          <p:cNvPr id="5" name="Fecha 1"/>
          <p:cNvSpPr txBox="1"/>
          <p:nvPr/>
        </p:nvSpPr>
        <p:spPr>
          <a:xfrm>
            <a:off x="736600" y="2286000"/>
            <a:ext cx="2603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{HITO_1_FECHA}</a:t>
            </a:r>
          </a:p>
        </p:txBody>
      </p:sp>
      <p:sp>
        <p:nvSpPr>
          <p:cNvPr id="6" name="Punto 1"/>
          <p:cNvSpPr/>
          <p:nvPr/>
        </p:nvSpPr>
        <p:spPr>
          <a:xfrm>
            <a:off x="8280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7" name="Hito 1"/>
          <p:cNvSpPr txBox="1"/>
          <p:nvPr/>
        </p:nvSpPr>
        <p:spPr>
          <a:xfrm>
            <a:off x="736600" y="3505200"/>
            <a:ext cx="2476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{HITO_1}</a:t>
            </a:r>
          </a:p>
        </p:txBody>
      </p:sp>
      <p:sp>
        <p:nvSpPr>
          <p:cNvPr id="8" name="Fecha 2"/>
          <p:cNvSpPr txBox="1"/>
          <p:nvPr/>
        </p:nvSpPr>
        <p:spPr>
          <a:xfrm>
            <a:off x="3416300" y="2286000"/>
            <a:ext cx="2603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{HITO_2_FECHA}</a:t>
            </a:r>
          </a:p>
        </p:txBody>
      </p:sp>
      <p:sp>
        <p:nvSpPr>
          <p:cNvPr id="9" name="Punto 2"/>
          <p:cNvSpPr/>
          <p:nvPr/>
        </p:nvSpPr>
        <p:spPr>
          <a:xfrm>
            <a:off x="35077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" name="Hito 2"/>
          <p:cNvSpPr txBox="1"/>
          <p:nvPr/>
        </p:nvSpPr>
        <p:spPr>
          <a:xfrm>
            <a:off x="3416300" y="3505200"/>
            <a:ext cx="2476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{HITO_2}</a:t>
            </a:r>
          </a:p>
        </p:txBody>
      </p:sp>
      <p:sp>
        <p:nvSpPr>
          <p:cNvPr id="11" name="Fecha 3"/>
          <p:cNvSpPr txBox="1"/>
          <p:nvPr/>
        </p:nvSpPr>
        <p:spPr>
          <a:xfrm>
            <a:off x="6096000" y="2286000"/>
            <a:ext cx="2603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{HITO_3_FECHA}</a:t>
            </a:r>
          </a:p>
        </p:txBody>
      </p:sp>
      <p:sp>
        <p:nvSpPr>
          <p:cNvPr id="12" name="Punto 3"/>
          <p:cNvSpPr/>
          <p:nvPr/>
        </p:nvSpPr>
        <p:spPr>
          <a:xfrm>
            <a:off x="61874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3" name="Hito 3"/>
          <p:cNvSpPr txBox="1"/>
          <p:nvPr/>
        </p:nvSpPr>
        <p:spPr>
          <a:xfrm>
            <a:off x="6096000" y="3505200"/>
            <a:ext cx="2476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{HITO_3}</a:t>
            </a:r>
          </a:p>
        </p:txBody>
      </p:sp>
      <p:sp>
        <p:nvSpPr>
          <p:cNvPr id="14" name="Fecha 4"/>
          <p:cNvSpPr txBox="1"/>
          <p:nvPr/>
        </p:nvSpPr>
        <p:spPr>
          <a:xfrm>
            <a:off x="8775700" y="2286000"/>
            <a:ext cx="2603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{HITO_4_FECHA}</a:t>
            </a:r>
          </a:p>
        </p:txBody>
      </p:sp>
      <p:sp>
        <p:nvSpPr>
          <p:cNvPr id="15" name="Punto 4"/>
          <p:cNvSpPr/>
          <p:nvPr/>
        </p:nvSpPr>
        <p:spPr>
          <a:xfrm>
            <a:off x="88671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6" name="Hito 4"/>
          <p:cNvSpPr txBox="1"/>
          <p:nvPr/>
        </p:nvSpPr>
        <p:spPr>
          <a:xfrm>
            <a:off x="8775700" y="3505200"/>
            <a:ext cx="2476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{HITO_4}</a:t>
            </a:r>
          </a:p>
        </p:txBody>
      </p:sp>
    </p:spTree>
    <p:extLst>
      <p:ext uri="{BB962C8B-B14F-4D97-AF65-F5344CB8AC3E}">
        <p14:creationId xmlns:p14="http://schemas.microsoft.com/office/powerpoint/2010/main" val="2035659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roblema"/>
          <p:cNvSpPr/>
          <p:nvPr/>
        </p:nvSpPr>
        <p:spPr>
          <a:xfrm>
            <a:off x="736600" y="1422400"/>
            <a:ext cx="4318000" cy="2235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{PROBLEMA}</a:t>
            </a:r>
          </a:p>
        </p:txBody>
      </p:sp>
      <p:sp>
        <p:nvSpPr>
          <p:cNvPr id="5" name="Razón"/>
          <p:cNvSpPr/>
          <p:nvPr/>
        </p:nvSpPr>
        <p:spPr>
          <a:xfrm>
            <a:off x="736600" y="3860800"/>
            <a:ext cx="4318000" cy="2362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{RAZON}</a:t>
            </a:r>
          </a:p>
        </p:txBody>
      </p:sp>
      <p:sp>
        <p:nvSpPr>
          <p:cNvPr id="6" name="Código"/>
          <p:cNvSpPr/>
          <p:nvPr/>
        </p:nvSpPr>
        <p:spPr>
          <a:xfrm>
            <a:off x="5257800" y="1422400"/>
            <a:ext cx="6197600" cy="4800600"/>
          </a:xfrm>
          <a:prstGeom prst="rect">
            <a:avLst/>
          </a:prstGeom>
          <a:solidFill>
            <a:schemeClr val="tx2"/>
          </a:solidFill>
          <a:ln w="9525">
            <a:solidFill>
              <a:schemeClr val="accent6"/>
            </a:solidFill>
          </a:ln>
        </p:spPr>
        <p:txBody>
          <a:bodyPr wrap="square" lIns="203200" tIns="177800" rIns="203200" bIns="177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  <a:latin typeface="Consolas"/>
                <a:cs typeface="Consolas"/>
              </a:rPr>
              <a:t>{CODIGO}</a:t>
            </a:r>
          </a:p>
        </p:txBody>
      </p:sp>
    </p:spTree>
    <p:extLst>
      <p:ext uri="{BB962C8B-B14F-4D97-AF65-F5344CB8AC3E}">
        <p14:creationId xmlns:p14="http://schemas.microsoft.com/office/powerpoint/2010/main" val="3762636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Duración"/>
          <p:cNvSpPr/>
          <p:nvPr/>
        </p:nvSpPr>
        <p:spPr>
          <a:xfrm>
            <a:off x="736600" y="1422400"/>
            <a:ext cx="3251200" cy="1117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b="1" dirty="0">
                <a:solidFill>
                  <a:schemeClr val="bg1"/>
                </a:solidFill>
              </a:rPr>
              <a:t>{DURACION}</a:t>
            </a:r>
          </a:p>
        </p:txBody>
      </p:sp>
      <p:sp>
        <p:nvSpPr>
          <p:cNvPr id="5" name="Entrega"/>
          <p:cNvSpPr/>
          <p:nvPr/>
        </p:nvSpPr>
        <p:spPr>
          <a:xfrm>
            <a:off x="736600" y="2743200"/>
            <a:ext cx="3251200" cy="3479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77800" rIns="203200" bIns="177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{ENTREGA}</a:t>
            </a:r>
          </a:p>
        </p:txBody>
      </p:sp>
      <p:sp>
        <p:nvSpPr>
          <p:cNvPr id="6" name="Tarea"/>
          <p:cNvSpPr txBox="1"/>
          <p:nvPr/>
        </p:nvSpPr>
        <p:spPr>
          <a:xfrm>
            <a:off x="4292600" y="1422400"/>
            <a:ext cx="71628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b="1" dirty="0">
                <a:solidFill>
                  <a:schemeClr val="bg1"/>
                </a:solidFill>
              </a:rPr>
              <a:t>{TAREA}</a:t>
            </a:r>
          </a:p>
        </p:txBody>
      </p:sp>
      <p:cxnSp>
        <p:nvCxnSpPr>
          <p:cNvPr id="7" name="Separador"/>
          <p:cNvCxnSpPr/>
          <p:nvPr/>
        </p:nvCxnSpPr>
        <p:spPr>
          <a:xfrm>
            <a:off x="4381500" y="3048000"/>
            <a:ext cx="70739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8" name="Pasos"/>
          <p:cNvSpPr txBox="1"/>
          <p:nvPr/>
        </p:nvSpPr>
        <p:spPr>
          <a:xfrm>
            <a:off x="4292600" y="3200400"/>
            <a:ext cx="7162800" cy="302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400050" indent="-400050" algn="l">
              <a:lnSpc>
                <a:spcPct val="90000"/>
              </a:lnSpc>
              <a:spcBef>
                <a:spcPts val="8"/>
              </a:spcBef>
              <a:buFont typeface="+mj-lt"/>
              <a:buAutoNum type="arabicPeriod"/>
            </a:pPr>
            <a:r>
              <a:rPr lang="es-CL" sz="2000" dirty="0">
                <a:solidFill>
                  <a:schemeClr val="bg1"/>
                </a:solidFill>
              </a:rPr>
              <a:t>{PASOS}</a:t>
            </a:r>
          </a:p>
        </p:txBody>
      </p:sp>
    </p:spTree>
    <p:extLst>
      <p:ext uri="{BB962C8B-B14F-4D97-AF65-F5344CB8AC3E}">
        <p14:creationId xmlns:p14="http://schemas.microsoft.com/office/powerpoint/2010/main" val="3173411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Idea 1"/>
          <p:cNvSpPr/>
          <p:nvPr/>
        </p:nvSpPr>
        <p:spPr>
          <a:xfrm>
            <a:off x="736600" y="1422400"/>
            <a:ext cx="10718800" cy="1092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01600" rIns="2540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{IDEA_1}</a:t>
            </a:r>
          </a:p>
        </p:txBody>
      </p:sp>
      <p:sp>
        <p:nvSpPr>
          <p:cNvPr id="5" name="Idea 2"/>
          <p:cNvSpPr/>
          <p:nvPr/>
        </p:nvSpPr>
        <p:spPr>
          <a:xfrm>
            <a:off x="736600" y="2658491"/>
            <a:ext cx="10718800" cy="1092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01600" rIns="2540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{IDEA_2}</a:t>
            </a:r>
          </a:p>
        </p:txBody>
      </p:sp>
      <p:sp>
        <p:nvSpPr>
          <p:cNvPr id="6" name="Idea 3"/>
          <p:cNvSpPr/>
          <p:nvPr/>
        </p:nvSpPr>
        <p:spPr>
          <a:xfrm>
            <a:off x="736600" y="3894582"/>
            <a:ext cx="10718800" cy="1092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01600" rIns="2540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{IDEA_3}</a:t>
            </a:r>
          </a:p>
        </p:txBody>
      </p:sp>
      <p:sp>
        <p:nvSpPr>
          <p:cNvPr id="7" name="Idea 4"/>
          <p:cNvSpPr/>
          <p:nvPr/>
        </p:nvSpPr>
        <p:spPr>
          <a:xfrm>
            <a:off x="736600" y="5130673"/>
            <a:ext cx="10718800" cy="1092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01600" rIns="2540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{IDEA_4}</a:t>
            </a:r>
          </a:p>
        </p:txBody>
      </p:sp>
    </p:spTree>
    <p:extLst>
      <p:ext uri="{BB962C8B-B14F-4D97-AF65-F5344CB8AC3E}">
        <p14:creationId xmlns:p14="http://schemas.microsoft.com/office/powerpoint/2010/main" val="17679495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Eje"/>
          <p:cNvCxnSpPr/>
          <p:nvPr/>
        </p:nvCxnSpPr>
        <p:spPr>
          <a:xfrm>
            <a:off x="3556000" y="1498600"/>
            <a:ext cx="0" cy="4648200"/>
          </a:xfrm>
          <a:prstGeom prst="line">
            <a:avLst/>
          </a:prstGeom>
          <a:ln w="25400">
            <a:solidFill>
              <a:schemeClr val="bg1"/>
            </a:solidFill>
          </a:ln>
        </p:spPr>
      </p:cxnSp>
      <p:sp>
        <p:nvSpPr>
          <p:cNvPr id="5" name="Fecha 1"/>
          <p:cNvSpPr txBox="1"/>
          <p:nvPr/>
        </p:nvSpPr>
        <p:spPr>
          <a:xfrm>
            <a:off x="736600" y="1422400"/>
            <a:ext cx="259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{HITO_1_FECHA}</a:t>
            </a:r>
          </a:p>
        </p:txBody>
      </p:sp>
      <p:sp>
        <p:nvSpPr>
          <p:cNvPr id="6" name="Punto 1"/>
          <p:cNvSpPr/>
          <p:nvPr/>
        </p:nvSpPr>
        <p:spPr>
          <a:xfrm>
            <a:off x="3441700" y="18161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7" name="Hito 1"/>
          <p:cNvSpPr txBox="1"/>
          <p:nvPr/>
        </p:nvSpPr>
        <p:spPr>
          <a:xfrm>
            <a:off x="3860800" y="1422400"/>
            <a:ext cx="7594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{HITO_1}</a:t>
            </a:r>
          </a:p>
        </p:txBody>
      </p:sp>
      <p:sp>
        <p:nvSpPr>
          <p:cNvPr id="8" name="Fecha 2"/>
          <p:cNvSpPr txBox="1"/>
          <p:nvPr/>
        </p:nvSpPr>
        <p:spPr>
          <a:xfrm>
            <a:off x="736600" y="2622550"/>
            <a:ext cx="259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{HITO_2_FECHA}</a:t>
            </a:r>
          </a:p>
        </p:txBody>
      </p:sp>
      <p:sp>
        <p:nvSpPr>
          <p:cNvPr id="9" name="Punto 2"/>
          <p:cNvSpPr/>
          <p:nvPr/>
        </p:nvSpPr>
        <p:spPr>
          <a:xfrm>
            <a:off x="3441700" y="301625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" name="Hito 2"/>
          <p:cNvSpPr txBox="1"/>
          <p:nvPr/>
        </p:nvSpPr>
        <p:spPr>
          <a:xfrm>
            <a:off x="3860800" y="2622550"/>
            <a:ext cx="7594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{HITO_2}</a:t>
            </a:r>
          </a:p>
        </p:txBody>
      </p:sp>
      <p:sp>
        <p:nvSpPr>
          <p:cNvPr id="11" name="Fecha 3"/>
          <p:cNvSpPr txBox="1"/>
          <p:nvPr/>
        </p:nvSpPr>
        <p:spPr>
          <a:xfrm>
            <a:off x="736600" y="3822700"/>
            <a:ext cx="259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{HITO_3_FECHA}</a:t>
            </a:r>
          </a:p>
        </p:txBody>
      </p:sp>
      <p:sp>
        <p:nvSpPr>
          <p:cNvPr id="12" name="Punto 3"/>
          <p:cNvSpPr/>
          <p:nvPr/>
        </p:nvSpPr>
        <p:spPr>
          <a:xfrm>
            <a:off x="3441700" y="42164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3" name="Hito 3"/>
          <p:cNvSpPr txBox="1"/>
          <p:nvPr/>
        </p:nvSpPr>
        <p:spPr>
          <a:xfrm>
            <a:off x="3860800" y="3822700"/>
            <a:ext cx="7594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{HITO_3}</a:t>
            </a:r>
          </a:p>
        </p:txBody>
      </p:sp>
      <p:sp>
        <p:nvSpPr>
          <p:cNvPr id="14" name="Fecha 4"/>
          <p:cNvSpPr txBox="1"/>
          <p:nvPr/>
        </p:nvSpPr>
        <p:spPr>
          <a:xfrm>
            <a:off x="736600" y="5022850"/>
            <a:ext cx="259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{HITO_4_FECHA}</a:t>
            </a:r>
          </a:p>
        </p:txBody>
      </p:sp>
      <p:sp>
        <p:nvSpPr>
          <p:cNvPr id="15" name="Punto 4"/>
          <p:cNvSpPr/>
          <p:nvPr/>
        </p:nvSpPr>
        <p:spPr>
          <a:xfrm>
            <a:off x="3441700" y="541655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6" name="Hito 4"/>
          <p:cNvSpPr txBox="1"/>
          <p:nvPr/>
        </p:nvSpPr>
        <p:spPr>
          <a:xfrm>
            <a:off x="3860800" y="5022850"/>
            <a:ext cx="7594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{HITO_4}</a:t>
            </a:r>
          </a:p>
        </p:txBody>
      </p:sp>
    </p:spTree>
    <p:extLst>
      <p:ext uri="{BB962C8B-B14F-4D97-AF65-F5344CB8AC3E}">
        <p14:creationId xmlns:p14="http://schemas.microsoft.com/office/powerpoint/2010/main" val="2843470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aso 1"/>
          <p:cNvSpPr/>
          <p:nvPr/>
        </p:nvSpPr>
        <p:spPr>
          <a:xfrm>
            <a:off x="736600" y="1524000"/>
            <a:ext cx="2527300" cy="812800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o paso 1"/>
          <p:cNvSpPr txBox="1"/>
          <p:nvPr/>
        </p:nvSpPr>
        <p:spPr>
          <a:xfrm>
            <a:off x="736600" y="2616200"/>
            <a:ext cx="2527300" cy="360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{PASO_1}</a:t>
            </a:r>
          </a:p>
        </p:txBody>
      </p:sp>
      <p:sp>
        <p:nvSpPr>
          <p:cNvPr id="6" name="Paso 2"/>
          <p:cNvSpPr/>
          <p:nvPr/>
        </p:nvSpPr>
        <p:spPr>
          <a:xfrm>
            <a:off x="3467100" y="1524000"/>
            <a:ext cx="2527300" cy="812800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o paso 2"/>
          <p:cNvSpPr txBox="1"/>
          <p:nvPr/>
        </p:nvSpPr>
        <p:spPr>
          <a:xfrm>
            <a:off x="3467100" y="2616200"/>
            <a:ext cx="2527300" cy="360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{PASO_2}</a:t>
            </a:r>
          </a:p>
        </p:txBody>
      </p:sp>
      <p:sp>
        <p:nvSpPr>
          <p:cNvPr id="8" name="Paso 3"/>
          <p:cNvSpPr/>
          <p:nvPr/>
        </p:nvSpPr>
        <p:spPr>
          <a:xfrm>
            <a:off x="6197600" y="1524000"/>
            <a:ext cx="2527300" cy="812800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o paso 3"/>
          <p:cNvSpPr txBox="1"/>
          <p:nvPr/>
        </p:nvSpPr>
        <p:spPr>
          <a:xfrm>
            <a:off x="6197600" y="2616200"/>
            <a:ext cx="2527300" cy="360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{PASO_3}</a:t>
            </a:r>
          </a:p>
        </p:txBody>
      </p:sp>
      <p:sp>
        <p:nvSpPr>
          <p:cNvPr id="10" name="Paso 4"/>
          <p:cNvSpPr/>
          <p:nvPr/>
        </p:nvSpPr>
        <p:spPr>
          <a:xfrm>
            <a:off x="8928100" y="1524000"/>
            <a:ext cx="2527300" cy="812800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o paso 4"/>
          <p:cNvSpPr txBox="1"/>
          <p:nvPr/>
        </p:nvSpPr>
        <p:spPr>
          <a:xfrm>
            <a:off x="8928100" y="2616200"/>
            <a:ext cx="2527300" cy="360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{PASO_4}</a:t>
            </a:r>
          </a:p>
        </p:txBody>
      </p:sp>
    </p:spTree>
    <p:extLst>
      <p:ext uri="{BB962C8B-B14F-4D97-AF65-F5344CB8AC3E}">
        <p14:creationId xmlns:p14="http://schemas.microsoft.com/office/powerpoint/2010/main" val="218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Etapa 1"/>
          <p:cNvSpPr/>
          <p:nvPr/>
        </p:nvSpPr>
        <p:spPr>
          <a:xfrm>
            <a:off x="736600" y="1422400"/>
            <a:ext cx="4699000" cy="20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{ETAPA_1}</a:t>
            </a:r>
          </a:p>
        </p:txBody>
      </p:sp>
      <p:sp>
        <p:nvSpPr>
          <p:cNvPr id="5" name="Etapa 2"/>
          <p:cNvSpPr/>
          <p:nvPr/>
        </p:nvSpPr>
        <p:spPr>
          <a:xfrm>
            <a:off x="6756400" y="1422400"/>
            <a:ext cx="4699000" cy="20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{ETAPA_2}</a:t>
            </a:r>
          </a:p>
        </p:txBody>
      </p:sp>
      <p:sp>
        <p:nvSpPr>
          <p:cNvPr id="6" name="Etapa 3"/>
          <p:cNvSpPr/>
          <p:nvPr/>
        </p:nvSpPr>
        <p:spPr>
          <a:xfrm>
            <a:off x="6756400" y="4191000"/>
            <a:ext cx="4699000" cy="20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{ETAPA_3}</a:t>
            </a:r>
          </a:p>
        </p:txBody>
      </p:sp>
      <p:sp>
        <p:nvSpPr>
          <p:cNvPr id="7" name="Etapa 4"/>
          <p:cNvSpPr/>
          <p:nvPr/>
        </p:nvSpPr>
        <p:spPr>
          <a:xfrm>
            <a:off x="736600" y="4191000"/>
            <a:ext cx="4699000" cy="2032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{ETAPA_4}</a:t>
            </a:r>
          </a:p>
        </p:txBody>
      </p:sp>
      <p:cxnSp>
        <p:nvCxnSpPr>
          <p:cNvPr id="8" name="Flecha 1"/>
          <p:cNvCxnSpPr/>
          <p:nvPr/>
        </p:nvCxnSpPr>
        <p:spPr>
          <a:xfrm>
            <a:off x="5537200" y="2438400"/>
            <a:ext cx="1117600" cy="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  <p:cxnSp>
        <p:nvCxnSpPr>
          <p:cNvPr id="9" name="Flecha 2"/>
          <p:cNvCxnSpPr/>
          <p:nvPr/>
        </p:nvCxnSpPr>
        <p:spPr>
          <a:xfrm>
            <a:off x="9105900" y="3556000"/>
            <a:ext cx="0" cy="53340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  <p:cxnSp>
        <p:nvCxnSpPr>
          <p:cNvPr id="10" name="Flecha 3"/>
          <p:cNvCxnSpPr/>
          <p:nvPr/>
        </p:nvCxnSpPr>
        <p:spPr>
          <a:xfrm flipH="1">
            <a:off x="5537200" y="5207000"/>
            <a:ext cx="1117600" cy="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  <p:cxnSp>
        <p:nvCxnSpPr>
          <p:cNvPr id="11" name="Flecha 4"/>
          <p:cNvCxnSpPr/>
          <p:nvPr/>
        </p:nvCxnSpPr>
        <p:spPr>
          <a:xfrm flipV="1">
            <a:off x="3086100" y="3556000"/>
            <a:ext cx="0" cy="53340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9712592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aíz"/>
          <p:cNvSpPr/>
          <p:nvPr/>
        </p:nvSpPr>
        <p:spPr>
          <a:xfrm>
            <a:off x="4191000" y="1422400"/>
            <a:ext cx="38100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{RAIZ}</a:t>
            </a:r>
          </a:p>
        </p:txBody>
      </p:sp>
      <p:cxnSp>
        <p:nvCxnSpPr>
          <p:cNvPr id="5" name="Conector raíz"/>
          <p:cNvCxnSpPr/>
          <p:nvPr/>
        </p:nvCxnSpPr>
        <p:spPr>
          <a:xfrm>
            <a:off x="6096000" y="22352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6" name="Conector horizontal"/>
          <p:cNvCxnSpPr/>
          <p:nvPr/>
        </p:nvCxnSpPr>
        <p:spPr>
          <a:xfrm>
            <a:off x="2324100" y="2590800"/>
            <a:ext cx="75438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7" name="Conector rama 1"/>
          <p:cNvCxnSpPr/>
          <p:nvPr/>
        </p:nvCxnSpPr>
        <p:spPr>
          <a:xfrm>
            <a:off x="23241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8" name="Rama 1"/>
          <p:cNvSpPr/>
          <p:nvPr/>
        </p:nvSpPr>
        <p:spPr>
          <a:xfrm>
            <a:off x="736600" y="2946400"/>
            <a:ext cx="3175000" cy="914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52400" tIns="76200" rIns="152400" bIns="762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{RAMA_1}</a:t>
            </a:r>
          </a:p>
        </p:txBody>
      </p:sp>
      <p:cxnSp>
        <p:nvCxnSpPr>
          <p:cNvPr id="9" name="Conector sub 1"/>
          <p:cNvCxnSpPr/>
          <p:nvPr/>
        </p:nvCxnSpPr>
        <p:spPr>
          <a:xfrm>
            <a:off x="2324100" y="3860800"/>
            <a:ext cx="0" cy="4064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0" name="Sub 1"/>
          <p:cNvSpPr/>
          <p:nvPr/>
        </p:nvSpPr>
        <p:spPr>
          <a:xfrm>
            <a:off x="736600" y="4267200"/>
            <a:ext cx="3175000" cy="1778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txBody>
          <a:bodyPr wrap="square" lIns="152400" tIns="76200" rIns="152400" bIns="762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{SUB_1}</a:t>
            </a:r>
          </a:p>
        </p:txBody>
      </p:sp>
      <p:cxnSp>
        <p:nvCxnSpPr>
          <p:cNvPr id="11" name="Conector rama 2"/>
          <p:cNvCxnSpPr/>
          <p:nvPr/>
        </p:nvCxnSpPr>
        <p:spPr>
          <a:xfrm>
            <a:off x="60960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2" name="Rama 2"/>
          <p:cNvSpPr/>
          <p:nvPr/>
        </p:nvSpPr>
        <p:spPr>
          <a:xfrm>
            <a:off x="4508500" y="2946400"/>
            <a:ext cx="3175000" cy="914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52400" tIns="76200" rIns="152400" bIns="762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{RAMA_2}</a:t>
            </a:r>
          </a:p>
        </p:txBody>
      </p:sp>
      <p:cxnSp>
        <p:nvCxnSpPr>
          <p:cNvPr id="13" name="Conector sub 2"/>
          <p:cNvCxnSpPr/>
          <p:nvPr/>
        </p:nvCxnSpPr>
        <p:spPr>
          <a:xfrm>
            <a:off x="6096000" y="3860800"/>
            <a:ext cx="0" cy="4064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4" name="Sub 2"/>
          <p:cNvSpPr/>
          <p:nvPr/>
        </p:nvSpPr>
        <p:spPr>
          <a:xfrm>
            <a:off x="4508500" y="4267200"/>
            <a:ext cx="3175000" cy="1778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txBody>
          <a:bodyPr wrap="square" lIns="152400" tIns="76200" rIns="152400" bIns="762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{SUB_2}</a:t>
            </a:r>
          </a:p>
        </p:txBody>
      </p:sp>
      <p:cxnSp>
        <p:nvCxnSpPr>
          <p:cNvPr id="15" name="Conector rama 3"/>
          <p:cNvCxnSpPr/>
          <p:nvPr/>
        </p:nvCxnSpPr>
        <p:spPr>
          <a:xfrm>
            <a:off x="98679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6" name="Rama 3"/>
          <p:cNvSpPr/>
          <p:nvPr/>
        </p:nvSpPr>
        <p:spPr>
          <a:xfrm>
            <a:off x="8280400" y="2946400"/>
            <a:ext cx="3175000" cy="914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52400" tIns="76200" rIns="152400" bIns="762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{RAMA_3}</a:t>
            </a:r>
          </a:p>
        </p:txBody>
      </p:sp>
      <p:cxnSp>
        <p:nvCxnSpPr>
          <p:cNvPr id="17" name="Conector sub 3"/>
          <p:cNvCxnSpPr/>
          <p:nvPr/>
        </p:nvCxnSpPr>
        <p:spPr>
          <a:xfrm>
            <a:off x="9867900" y="3860800"/>
            <a:ext cx="0" cy="4064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8" name="Sub 3"/>
          <p:cNvSpPr/>
          <p:nvPr/>
        </p:nvSpPr>
        <p:spPr>
          <a:xfrm>
            <a:off x="8280400" y="4267200"/>
            <a:ext cx="3175000" cy="17780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txBody>
          <a:bodyPr wrap="square" lIns="152400" tIns="76200" rIns="152400" bIns="762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{SUB_3}</a:t>
            </a:r>
          </a:p>
        </p:txBody>
      </p:sp>
    </p:spTree>
    <p:extLst>
      <p:ext uri="{BB962C8B-B14F-4D97-AF65-F5344CB8AC3E}">
        <p14:creationId xmlns:p14="http://schemas.microsoft.com/office/powerpoint/2010/main" val="2752318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736600" y="1422400"/>
          <a:ext cx="10718800" cy="4724400"/>
        </p:xfrm>
        <a:graphic>
          <a:graphicData uri="http://schemas.openxmlformats.org/drawingml/2006/table">
            <a:tbl>
              <a:tblPr firstRow="1"/>
              <a:tblGrid>
                <a:gridCol w="309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{CABECERA_1}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{CABECERA_2}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{CABECERA_3}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{CELDA_1_1}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{CELDA_1_2}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{CELDA_1_3}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{CELDA_2_1}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{CELDA_2_2}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{CELDA_2_3}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{CELDA_3_1}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{CELDA_3_2}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{CELDA_3_3}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{CELDA_4_1}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{CELDA_4_2}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{CELDA_4_3}</a:t>
                      </a:r>
                    </a:p>
                  </a:txBody>
                  <a:tcPr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47821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Eje vertical"/>
          <p:cNvSpPr txBox="1"/>
          <p:nvPr/>
        </p:nvSpPr>
        <p:spPr>
          <a:xfrm>
            <a:off x="736600" y="1422400"/>
            <a:ext cx="431800" cy="4470400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{EJE_Y}</a:t>
            </a:r>
          </a:p>
        </p:txBody>
      </p:sp>
      <p:sp>
        <p:nvSpPr>
          <p:cNvPr id="5" name="Cuadrante 1"/>
          <p:cNvSpPr/>
          <p:nvPr/>
        </p:nvSpPr>
        <p:spPr>
          <a:xfrm>
            <a:off x="1270000" y="1422400"/>
            <a:ext cx="4991100" cy="2159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{CUADRANTE_1}</a:t>
            </a:r>
          </a:p>
        </p:txBody>
      </p:sp>
      <p:sp>
        <p:nvSpPr>
          <p:cNvPr id="6" name="Cuadrante 2"/>
          <p:cNvSpPr/>
          <p:nvPr/>
        </p:nvSpPr>
        <p:spPr>
          <a:xfrm>
            <a:off x="6464300" y="1422400"/>
            <a:ext cx="4991100" cy="2159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{CUADRANTE_2}</a:t>
            </a:r>
          </a:p>
        </p:txBody>
      </p:sp>
      <p:sp>
        <p:nvSpPr>
          <p:cNvPr id="7" name="Cuadrante 3"/>
          <p:cNvSpPr/>
          <p:nvPr/>
        </p:nvSpPr>
        <p:spPr>
          <a:xfrm>
            <a:off x="1270000" y="3784600"/>
            <a:ext cx="4991100" cy="2159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{CUADRANTE_3}</a:t>
            </a:r>
          </a:p>
        </p:txBody>
      </p:sp>
      <p:sp>
        <p:nvSpPr>
          <p:cNvPr id="8" name="Cuadrante 4"/>
          <p:cNvSpPr/>
          <p:nvPr/>
        </p:nvSpPr>
        <p:spPr>
          <a:xfrm>
            <a:off x="6464300" y="3784600"/>
            <a:ext cx="4991100" cy="2159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{CUADRANTE_4}</a:t>
            </a:r>
          </a:p>
        </p:txBody>
      </p:sp>
      <p:sp>
        <p:nvSpPr>
          <p:cNvPr id="9" name="Eje horizontal"/>
          <p:cNvSpPr txBox="1"/>
          <p:nvPr/>
        </p:nvSpPr>
        <p:spPr>
          <a:xfrm>
            <a:off x="1270000" y="5969000"/>
            <a:ext cx="1018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{EJE_X}</a:t>
            </a:r>
          </a:p>
        </p:txBody>
      </p:sp>
    </p:spTree>
    <p:extLst>
      <p:ext uri="{BB962C8B-B14F-4D97-AF65-F5344CB8AC3E}">
        <p14:creationId xmlns:p14="http://schemas.microsoft.com/office/powerpoint/2010/main" val="7667934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ifra"/>
          <p:cNvSpPr txBox="1"/>
          <p:nvPr/>
        </p:nvSpPr>
        <p:spPr>
          <a:xfrm>
            <a:off x="736600" y="1651000"/>
            <a:ext cx="5207000" cy="279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6600" b="1" dirty="0">
                <a:solidFill>
                  <a:schemeClr val="bg1"/>
                </a:solidFill>
              </a:rPr>
              <a:t>{CIFRA}</a:t>
            </a:r>
          </a:p>
        </p:txBody>
      </p:sp>
      <p:cxnSp>
        <p:nvCxnSpPr>
          <p:cNvPr id="5" name="Separador"/>
          <p:cNvCxnSpPr/>
          <p:nvPr/>
        </p:nvCxnSpPr>
        <p:spPr>
          <a:xfrm>
            <a:off x="6197600" y="1905000"/>
            <a:ext cx="0" cy="22860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6" name="Descripción"/>
          <p:cNvSpPr txBox="1"/>
          <p:nvPr/>
        </p:nvSpPr>
        <p:spPr>
          <a:xfrm>
            <a:off x="6451600" y="1651000"/>
            <a:ext cx="5003800" cy="279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{DESCRIPCION}</a:t>
            </a:r>
          </a:p>
        </p:txBody>
      </p:sp>
      <p:sp>
        <p:nvSpPr>
          <p:cNvPr id="7" name="Fuente"/>
          <p:cNvSpPr txBox="1"/>
          <p:nvPr/>
        </p:nvSpPr>
        <p:spPr>
          <a:xfrm>
            <a:off x="736600" y="5588000"/>
            <a:ext cx="107188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400" dirty="0">
                <a:solidFill>
                  <a:schemeClr val="bg2"/>
                </a:solidFill>
              </a:rPr>
              <a:t>{FUENTE}</a:t>
            </a:r>
          </a:p>
        </p:txBody>
      </p:sp>
    </p:spTree>
    <p:extLst>
      <p:ext uri="{BB962C8B-B14F-4D97-AF65-F5344CB8AC3E}">
        <p14:creationId xmlns:p14="http://schemas.microsoft.com/office/powerpoint/2010/main" val="6369484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Barra"/>
          <p:cNvSpPr/>
          <p:nvPr/>
        </p:nvSpPr>
        <p:spPr>
          <a:xfrm>
            <a:off x="736600" y="1574800"/>
            <a:ext cx="76200" cy="2870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Pregunta"/>
          <p:cNvSpPr txBox="1"/>
          <p:nvPr/>
        </p:nvSpPr>
        <p:spPr>
          <a:xfrm>
            <a:off x="1092200" y="1422400"/>
            <a:ext cx="103632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3600" b="1" dirty="0">
                <a:solidFill>
                  <a:schemeClr val="bg1"/>
                </a:solidFill>
              </a:rPr>
              <a:t>{PREGUNTA}</a:t>
            </a:r>
          </a:p>
        </p:txBody>
      </p:sp>
      <p:cxnSp>
        <p:nvCxnSpPr>
          <p:cNvPr id="6" name="Separador"/>
          <p:cNvCxnSpPr/>
          <p:nvPr/>
        </p:nvCxnSpPr>
        <p:spPr>
          <a:xfrm>
            <a:off x="825500" y="4826000"/>
            <a:ext cx="106299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7" name="Consigna"/>
          <p:cNvSpPr txBox="1"/>
          <p:nvPr/>
        </p:nvSpPr>
        <p:spPr>
          <a:xfrm>
            <a:off x="736600" y="4978400"/>
            <a:ext cx="10718800" cy="1244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2"/>
                </a:solidFill>
              </a:rPr>
              <a:t>{CONSIGNA}</a:t>
            </a:r>
          </a:p>
        </p:txBody>
      </p:sp>
    </p:spTree>
    <p:extLst>
      <p:ext uri="{BB962C8B-B14F-4D97-AF65-F5344CB8AC3E}">
        <p14:creationId xmlns:p14="http://schemas.microsoft.com/office/powerpoint/2010/main" val="2810365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aso"/>
          <p:cNvSpPr/>
          <p:nvPr/>
        </p:nvSpPr>
        <p:spPr>
          <a:xfrm>
            <a:off x="736600" y="1422400"/>
            <a:ext cx="10718800" cy="2159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27000" rIns="254000" bIns="1270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{CASO}</a:t>
            </a:r>
          </a:p>
        </p:txBody>
      </p:sp>
      <p:sp>
        <p:nvSpPr>
          <p:cNvPr id="5" name="Preguntas"/>
          <p:cNvSpPr txBox="1"/>
          <p:nvPr/>
        </p:nvSpPr>
        <p:spPr>
          <a:xfrm>
            <a:off x="736600" y="3784600"/>
            <a:ext cx="10718800" cy="2438400"/>
          </a:xfrm>
          <a:prstGeom prst="rect">
            <a:avLst/>
          </a:prstGeom>
          <a:noFill/>
          <a:ln>
            <a:noFill/>
          </a:ln>
        </p:spPr>
        <p:txBody>
          <a:bodyPr wrap="square" lIns="254000" tIns="76200" rIns="254000" bIns="76200" rtlCol="0" anchor="t">
            <a:noAutofit/>
          </a:bodyPr>
          <a:lstStyle/>
          <a:p>
            <a:pPr marL="400050" indent="-400050" algn="l">
              <a:lnSpc>
                <a:spcPct val="90000"/>
              </a:lnSpc>
              <a:spcBef>
                <a:spcPts val="8"/>
              </a:spcBef>
              <a:buFont typeface="+mj-lt"/>
              <a:buAutoNum type="arabicPeriod"/>
            </a:pPr>
            <a:r>
              <a:rPr lang="es-CL" sz="2200" dirty="0">
                <a:solidFill>
                  <a:schemeClr val="bg1"/>
                </a:solidFill>
              </a:rPr>
              <a:t>{PREGUNTAS}</a:t>
            </a:r>
          </a:p>
        </p:txBody>
      </p:sp>
    </p:spTree>
    <p:extLst>
      <p:ext uri="{BB962C8B-B14F-4D97-AF65-F5344CB8AC3E}">
        <p14:creationId xmlns:p14="http://schemas.microsoft.com/office/powerpoint/2010/main" val="3422704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Ficha 1"/>
          <p:cNvSpPr/>
          <p:nvPr/>
        </p:nvSpPr>
        <p:spPr>
          <a:xfrm>
            <a:off x="736600" y="1422400"/>
            <a:ext cx="3429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Título columna 1"/>
          <p:cNvSpPr txBox="1"/>
          <p:nvPr/>
        </p:nvSpPr>
        <p:spPr>
          <a:xfrm>
            <a:off x="736600" y="1574800"/>
            <a:ext cx="342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{COL_1_TITULO}</a:t>
            </a:r>
          </a:p>
        </p:txBody>
      </p:sp>
      <p:cxnSp>
        <p:nvCxnSpPr>
          <p:cNvPr id="6" name="Separador 1"/>
          <p:cNvCxnSpPr/>
          <p:nvPr/>
        </p:nvCxnSpPr>
        <p:spPr>
          <a:xfrm>
            <a:off x="939800" y="2489200"/>
            <a:ext cx="30226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7" name="Columna 1"/>
          <p:cNvSpPr txBox="1"/>
          <p:nvPr/>
        </p:nvSpPr>
        <p:spPr>
          <a:xfrm>
            <a:off x="736600" y="2641600"/>
            <a:ext cx="3429000" cy="34798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{COL_1}</a:t>
            </a:r>
          </a:p>
        </p:txBody>
      </p:sp>
      <p:sp>
        <p:nvSpPr>
          <p:cNvPr id="8" name="Ficha 2"/>
          <p:cNvSpPr/>
          <p:nvPr/>
        </p:nvSpPr>
        <p:spPr>
          <a:xfrm>
            <a:off x="4381500" y="1422400"/>
            <a:ext cx="3429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9" name="Título columna 2"/>
          <p:cNvSpPr txBox="1"/>
          <p:nvPr/>
        </p:nvSpPr>
        <p:spPr>
          <a:xfrm>
            <a:off x="4381500" y="1574800"/>
            <a:ext cx="342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{COL_2_TITULO}</a:t>
            </a:r>
          </a:p>
        </p:txBody>
      </p:sp>
      <p:cxnSp>
        <p:nvCxnSpPr>
          <p:cNvPr id="10" name="Separador 2"/>
          <p:cNvCxnSpPr/>
          <p:nvPr/>
        </p:nvCxnSpPr>
        <p:spPr>
          <a:xfrm>
            <a:off x="4584700" y="2489200"/>
            <a:ext cx="30226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1" name="Columna 2"/>
          <p:cNvSpPr txBox="1"/>
          <p:nvPr/>
        </p:nvSpPr>
        <p:spPr>
          <a:xfrm>
            <a:off x="4381500" y="2641600"/>
            <a:ext cx="3429000" cy="34798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{COL_2}</a:t>
            </a:r>
          </a:p>
        </p:txBody>
      </p:sp>
      <p:sp>
        <p:nvSpPr>
          <p:cNvPr id="12" name="Ficha 3"/>
          <p:cNvSpPr/>
          <p:nvPr/>
        </p:nvSpPr>
        <p:spPr>
          <a:xfrm>
            <a:off x="8026400" y="1422400"/>
            <a:ext cx="3429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3" name="Título columna 3"/>
          <p:cNvSpPr txBox="1"/>
          <p:nvPr/>
        </p:nvSpPr>
        <p:spPr>
          <a:xfrm>
            <a:off x="8026400" y="1574800"/>
            <a:ext cx="342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{COL_3_TITULO}</a:t>
            </a:r>
          </a:p>
        </p:txBody>
      </p:sp>
      <p:cxnSp>
        <p:nvCxnSpPr>
          <p:cNvPr id="14" name="Separador 3"/>
          <p:cNvCxnSpPr/>
          <p:nvPr/>
        </p:nvCxnSpPr>
        <p:spPr>
          <a:xfrm>
            <a:off x="8229600" y="2489200"/>
            <a:ext cx="30226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5" name="Columna 3"/>
          <p:cNvSpPr txBox="1"/>
          <p:nvPr/>
        </p:nvSpPr>
        <p:spPr>
          <a:xfrm>
            <a:off x="8026400" y="2641600"/>
            <a:ext cx="3429000" cy="34798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{COL_3}</a:t>
            </a:r>
          </a:p>
        </p:txBody>
      </p:sp>
    </p:spTree>
    <p:extLst>
      <p:ext uri="{BB962C8B-B14F-4D97-AF65-F5344CB8AC3E}">
        <p14:creationId xmlns:p14="http://schemas.microsoft.com/office/powerpoint/2010/main" val="25098217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Separador 1"/>
          <p:cNvCxnSpPr/>
          <p:nvPr/>
        </p:nvCxnSpPr>
        <p:spPr>
          <a:xfrm>
            <a:off x="736600" y="14224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5" name="Término 1"/>
          <p:cNvSpPr txBox="1"/>
          <p:nvPr/>
        </p:nvSpPr>
        <p:spPr>
          <a:xfrm>
            <a:off x="736600" y="14986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{TERMINO_1}</a:t>
            </a:r>
          </a:p>
        </p:txBody>
      </p:sp>
      <p:sp>
        <p:nvSpPr>
          <p:cNvPr id="6" name="Significado 1"/>
          <p:cNvSpPr txBox="1"/>
          <p:nvPr/>
        </p:nvSpPr>
        <p:spPr>
          <a:xfrm>
            <a:off x="4191000" y="1498600"/>
            <a:ext cx="7264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{SIGNIFICADO_1}</a:t>
            </a:r>
          </a:p>
        </p:txBody>
      </p:sp>
      <p:cxnSp>
        <p:nvCxnSpPr>
          <p:cNvPr id="7" name="Separador 2"/>
          <p:cNvCxnSpPr/>
          <p:nvPr/>
        </p:nvCxnSpPr>
        <p:spPr>
          <a:xfrm>
            <a:off x="736600" y="262255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8" name="Término 2"/>
          <p:cNvSpPr txBox="1"/>
          <p:nvPr/>
        </p:nvSpPr>
        <p:spPr>
          <a:xfrm>
            <a:off x="736600" y="269875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{TERMINO_2}</a:t>
            </a:r>
          </a:p>
        </p:txBody>
      </p:sp>
      <p:sp>
        <p:nvSpPr>
          <p:cNvPr id="9" name="Significado 2"/>
          <p:cNvSpPr txBox="1"/>
          <p:nvPr/>
        </p:nvSpPr>
        <p:spPr>
          <a:xfrm>
            <a:off x="4191000" y="2698750"/>
            <a:ext cx="7264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{SIGNIFICADO_2}</a:t>
            </a:r>
          </a:p>
        </p:txBody>
      </p:sp>
      <p:cxnSp>
        <p:nvCxnSpPr>
          <p:cNvPr id="10" name="Separador 3"/>
          <p:cNvCxnSpPr/>
          <p:nvPr/>
        </p:nvCxnSpPr>
        <p:spPr>
          <a:xfrm>
            <a:off x="736600" y="38227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11" name="Término 3"/>
          <p:cNvSpPr txBox="1"/>
          <p:nvPr/>
        </p:nvSpPr>
        <p:spPr>
          <a:xfrm>
            <a:off x="736600" y="389890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{TERMINO_3}</a:t>
            </a:r>
          </a:p>
        </p:txBody>
      </p:sp>
      <p:sp>
        <p:nvSpPr>
          <p:cNvPr id="12" name="Significado 3"/>
          <p:cNvSpPr txBox="1"/>
          <p:nvPr/>
        </p:nvSpPr>
        <p:spPr>
          <a:xfrm>
            <a:off x="4191000" y="3898900"/>
            <a:ext cx="7264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{SIGNIFICADO_3}</a:t>
            </a:r>
          </a:p>
        </p:txBody>
      </p:sp>
      <p:cxnSp>
        <p:nvCxnSpPr>
          <p:cNvPr id="13" name="Separador 4"/>
          <p:cNvCxnSpPr/>
          <p:nvPr/>
        </p:nvCxnSpPr>
        <p:spPr>
          <a:xfrm>
            <a:off x="736600" y="502285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14" name="Término 4"/>
          <p:cNvSpPr txBox="1"/>
          <p:nvPr/>
        </p:nvSpPr>
        <p:spPr>
          <a:xfrm>
            <a:off x="736600" y="5099050"/>
            <a:ext cx="31750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{TERMINO_4}</a:t>
            </a:r>
          </a:p>
        </p:txBody>
      </p:sp>
      <p:sp>
        <p:nvSpPr>
          <p:cNvPr id="15" name="Significado 4"/>
          <p:cNvSpPr txBox="1"/>
          <p:nvPr/>
        </p:nvSpPr>
        <p:spPr>
          <a:xfrm>
            <a:off x="4191000" y="5099050"/>
            <a:ext cx="7264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{SIGNIFICADO_4}</a:t>
            </a:r>
          </a:p>
        </p:txBody>
      </p:sp>
    </p:spTree>
    <p:extLst>
      <p:ext uri="{BB962C8B-B14F-4D97-AF65-F5344CB8AC3E}">
        <p14:creationId xmlns:p14="http://schemas.microsoft.com/office/powerpoint/2010/main" val="25754304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Nivel 1"/>
          <p:cNvSpPr/>
          <p:nvPr/>
        </p:nvSpPr>
        <p:spPr>
          <a:xfrm>
            <a:off x="736600" y="1422400"/>
            <a:ext cx="10718800" cy="1066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{NIVEL_1}</a:t>
            </a:r>
          </a:p>
        </p:txBody>
      </p:sp>
      <p:sp>
        <p:nvSpPr>
          <p:cNvPr id="5" name="Nivel 2"/>
          <p:cNvSpPr/>
          <p:nvPr/>
        </p:nvSpPr>
        <p:spPr>
          <a:xfrm>
            <a:off x="1803400" y="2667000"/>
            <a:ext cx="8585200" cy="1066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{NIVEL_2}</a:t>
            </a:r>
          </a:p>
        </p:txBody>
      </p:sp>
      <p:sp>
        <p:nvSpPr>
          <p:cNvPr id="6" name="Nivel 3"/>
          <p:cNvSpPr/>
          <p:nvPr/>
        </p:nvSpPr>
        <p:spPr>
          <a:xfrm>
            <a:off x="2870200" y="3911600"/>
            <a:ext cx="6451600" cy="1066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{NIVEL_3}</a:t>
            </a:r>
          </a:p>
        </p:txBody>
      </p:sp>
      <p:sp>
        <p:nvSpPr>
          <p:cNvPr id="7" name="Nivel 4"/>
          <p:cNvSpPr/>
          <p:nvPr/>
        </p:nvSpPr>
        <p:spPr>
          <a:xfrm>
            <a:off x="3937000" y="5156200"/>
            <a:ext cx="4318000" cy="1066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{NIVEL_4}</a:t>
            </a:r>
          </a:p>
        </p:txBody>
      </p:sp>
    </p:spTree>
    <p:extLst>
      <p:ext uri="{BB962C8B-B14F-4D97-AF65-F5344CB8AC3E}">
        <p14:creationId xmlns:p14="http://schemas.microsoft.com/office/powerpoint/2010/main" val="4493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Eje"/>
          <p:cNvCxnSpPr/>
          <p:nvPr/>
        </p:nvCxnSpPr>
        <p:spPr>
          <a:xfrm>
            <a:off x="736600" y="3175000"/>
            <a:ext cx="10718800" cy="0"/>
          </a:xfrm>
          <a:prstGeom prst="line">
            <a:avLst/>
          </a:prstGeom>
          <a:ln w="25400">
            <a:solidFill>
              <a:schemeClr val="bg1"/>
            </a:solidFill>
          </a:ln>
        </p:spPr>
      </p:cxnSp>
      <p:sp>
        <p:nvSpPr>
          <p:cNvPr id="5" name="Fecha 1"/>
          <p:cNvSpPr txBox="1"/>
          <p:nvPr/>
        </p:nvSpPr>
        <p:spPr>
          <a:xfrm>
            <a:off x="736600" y="2286000"/>
            <a:ext cx="3365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{HITO_1_FECHA}</a:t>
            </a:r>
          </a:p>
        </p:txBody>
      </p:sp>
      <p:sp>
        <p:nvSpPr>
          <p:cNvPr id="6" name="Punto"/>
          <p:cNvSpPr/>
          <p:nvPr/>
        </p:nvSpPr>
        <p:spPr>
          <a:xfrm>
            <a:off x="8280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7" name="Hito 1"/>
          <p:cNvSpPr txBox="1"/>
          <p:nvPr/>
        </p:nvSpPr>
        <p:spPr>
          <a:xfrm>
            <a:off x="736600" y="3505200"/>
            <a:ext cx="3365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{HITO_1}</a:t>
            </a:r>
          </a:p>
        </p:txBody>
      </p:sp>
      <p:sp>
        <p:nvSpPr>
          <p:cNvPr id="8" name="Fecha 2"/>
          <p:cNvSpPr txBox="1"/>
          <p:nvPr/>
        </p:nvSpPr>
        <p:spPr>
          <a:xfrm>
            <a:off x="4381500" y="2286000"/>
            <a:ext cx="3365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{HITO_2_FECHA}</a:t>
            </a:r>
          </a:p>
        </p:txBody>
      </p:sp>
      <p:sp>
        <p:nvSpPr>
          <p:cNvPr id="9" name="Punto"/>
          <p:cNvSpPr/>
          <p:nvPr/>
        </p:nvSpPr>
        <p:spPr>
          <a:xfrm>
            <a:off x="44729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" name="Hito 2"/>
          <p:cNvSpPr txBox="1"/>
          <p:nvPr/>
        </p:nvSpPr>
        <p:spPr>
          <a:xfrm>
            <a:off x="4381500" y="3505200"/>
            <a:ext cx="3365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{HITO_2}</a:t>
            </a:r>
          </a:p>
        </p:txBody>
      </p:sp>
      <p:sp>
        <p:nvSpPr>
          <p:cNvPr id="11" name="Fecha 3"/>
          <p:cNvSpPr txBox="1"/>
          <p:nvPr/>
        </p:nvSpPr>
        <p:spPr>
          <a:xfrm>
            <a:off x="8026400" y="2286000"/>
            <a:ext cx="33655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{HITO_3_FECHA}</a:t>
            </a:r>
          </a:p>
        </p:txBody>
      </p:sp>
      <p:sp>
        <p:nvSpPr>
          <p:cNvPr id="12" name="Punto"/>
          <p:cNvSpPr/>
          <p:nvPr/>
        </p:nvSpPr>
        <p:spPr>
          <a:xfrm>
            <a:off x="81178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3" name="Hito 3"/>
          <p:cNvSpPr txBox="1"/>
          <p:nvPr/>
        </p:nvSpPr>
        <p:spPr>
          <a:xfrm>
            <a:off x="8026400" y="3505200"/>
            <a:ext cx="33655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{HITO_3}</a:t>
            </a:r>
          </a:p>
        </p:txBody>
      </p:sp>
    </p:spTree>
    <p:extLst>
      <p:ext uri="{BB962C8B-B14F-4D97-AF65-F5344CB8AC3E}">
        <p14:creationId xmlns:p14="http://schemas.microsoft.com/office/powerpoint/2010/main" val="5132727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Eje"/>
          <p:cNvCxnSpPr/>
          <p:nvPr/>
        </p:nvCxnSpPr>
        <p:spPr>
          <a:xfrm>
            <a:off x="736600" y="3175000"/>
            <a:ext cx="10718800" cy="0"/>
          </a:xfrm>
          <a:prstGeom prst="line">
            <a:avLst/>
          </a:prstGeom>
          <a:ln w="25400">
            <a:solidFill>
              <a:schemeClr val="bg1"/>
            </a:solidFill>
          </a:ln>
        </p:spPr>
      </p:cxnSp>
      <p:sp>
        <p:nvSpPr>
          <p:cNvPr id="5" name="Fecha 1"/>
          <p:cNvSpPr txBox="1"/>
          <p:nvPr/>
        </p:nvSpPr>
        <p:spPr>
          <a:xfrm>
            <a:off x="736600" y="2286000"/>
            <a:ext cx="203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{HITO_1_FECHA}</a:t>
            </a:r>
          </a:p>
        </p:txBody>
      </p:sp>
      <p:sp>
        <p:nvSpPr>
          <p:cNvPr id="6" name="Punto"/>
          <p:cNvSpPr/>
          <p:nvPr/>
        </p:nvSpPr>
        <p:spPr>
          <a:xfrm>
            <a:off x="8280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7" name="Hito 1"/>
          <p:cNvSpPr txBox="1"/>
          <p:nvPr/>
        </p:nvSpPr>
        <p:spPr>
          <a:xfrm>
            <a:off x="736600" y="3505200"/>
            <a:ext cx="2032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{HITO_1}</a:t>
            </a:r>
          </a:p>
        </p:txBody>
      </p:sp>
      <p:sp>
        <p:nvSpPr>
          <p:cNvPr id="8" name="Fecha 2"/>
          <p:cNvSpPr txBox="1"/>
          <p:nvPr/>
        </p:nvSpPr>
        <p:spPr>
          <a:xfrm>
            <a:off x="2908300" y="2286000"/>
            <a:ext cx="203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{HITO_2_FECHA}</a:t>
            </a:r>
          </a:p>
        </p:txBody>
      </p:sp>
      <p:sp>
        <p:nvSpPr>
          <p:cNvPr id="9" name="Punto"/>
          <p:cNvSpPr/>
          <p:nvPr/>
        </p:nvSpPr>
        <p:spPr>
          <a:xfrm>
            <a:off x="29997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0" name="Hito 2"/>
          <p:cNvSpPr txBox="1"/>
          <p:nvPr/>
        </p:nvSpPr>
        <p:spPr>
          <a:xfrm>
            <a:off x="2908300" y="3505200"/>
            <a:ext cx="2032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{HITO_2}</a:t>
            </a:r>
          </a:p>
        </p:txBody>
      </p:sp>
      <p:sp>
        <p:nvSpPr>
          <p:cNvPr id="11" name="Fecha 3"/>
          <p:cNvSpPr txBox="1"/>
          <p:nvPr/>
        </p:nvSpPr>
        <p:spPr>
          <a:xfrm>
            <a:off x="5080000" y="2286000"/>
            <a:ext cx="203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{HITO_3_FECHA}</a:t>
            </a:r>
          </a:p>
        </p:txBody>
      </p:sp>
      <p:sp>
        <p:nvSpPr>
          <p:cNvPr id="12" name="Punto"/>
          <p:cNvSpPr/>
          <p:nvPr/>
        </p:nvSpPr>
        <p:spPr>
          <a:xfrm>
            <a:off x="51714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3" name="Hito 3"/>
          <p:cNvSpPr txBox="1"/>
          <p:nvPr/>
        </p:nvSpPr>
        <p:spPr>
          <a:xfrm>
            <a:off x="5080000" y="3505200"/>
            <a:ext cx="2032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{HITO_3}</a:t>
            </a:r>
          </a:p>
        </p:txBody>
      </p:sp>
      <p:sp>
        <p:nvSpPr>
          <p:cNvPr id="14" name="Fecha 4"/>
          <p:cNvSpPr txBox="1"/>
          <p:nvPr/>
        </p:nvSpPr>
        <p:spPr>
          <a:xfrm>
            <a:off x="7251700" y="2286000"/>
            <a:ext cx="203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{HITO_4_FECHA}</a:t>
            </a:r>
          </a:p>
        </p:txBody>
      </p:sp>
      <p:sp>
        <p:nvSpPr>
          <p:cNvPr id="15" name="Punto"/>
          <p:cNvSpPr/>
          <p:nvPr/>
        </p:nvSpPr>
        <p:spPr>
          <a:xfrm>
            <a:off x="73431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6" name="Hito 4"/>
          <p:cNvSpPr txBox="1"/>
          <p:nvPr/>
        </p:nvSpPr>
        <p:spPr>
          <a:xfrm>
            <a:off x="7251700" y="3505200"/>
            <a:ext cx="2032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{HITO_4}</a:t>
            </a:r>
          </a:p>
        </p:txBody>
      </p:sp>
      <p:sp>
        <p:nvSpPr>
          <p:cNvPr id="17" name="Fecha 5"/>
          <p:cNvSpPr txBox="1"/>
          <p:nvPr/>
        </p:nvSpPr>
        <p:spPr>
          <a:xfrm>
            <a:off x="9423400" y="2286000"/>
            <a:ext cx="203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{HITO_5_FECHA}</a:t>
            </a:r>
          </a:p>
        </p:txBody>
      </p:sp>
      <p:sp>
        <p:nvSpPr>
          <p:cNvPr id="18" name="Punto"/>
          <p:cNvSpPr/>
          <p:nvPr/>
        </p:nvSpPr>
        <p:spPr>
          <a:xfrm>
            <a:off x="9514840" y="3060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9" name="Hito 5"/>
          <p:cNvSpPr txBox="1"/>
          <p:nvPr/>
        </p:nvSpPr>
        <p:spPr>
          <a:xfrm>
            <a:off x="9423400" y="3505200"/>
            <a:ext cx="2032000" cy="2717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{HITO_5}</a:t>
            </a:r>
          </a:p>
        </p:txBody>
      </p:sp>
    </p:spTree>
    <p:extLst>
      <p:ext uri="{BB962C8B-B14F-4D97-AF65-F5344CB8AC3E}">
        <p14:creationId xmlns:p14="http://schemas.microsoft.com/office/powerpoint/2010/main" val="1600664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Eje"/>
          <p:cNvCxnSpPr/>
          <p:nvPr/>
        </p:nvCxnSpPr>
        <p:spPr>
          <a:xfrm>
            <a:off x="736600" y="3810000"/>
            <a:ext cx="10718800" cy="0"/>
          </a:xfrm>
          <a:prstGeom prst="line">
            <a:avLst/>
          </a:prstGeom>
          <a:ln w="25400">
            <a:solidFill>
              <a:schemeClr val="bg1"/>
            </a:solidFill>
          </a:ln>
        </p:spPr>
      </p:cxnSp>
      <p:sp>
        <p:nvSpPr>
          <p:cNvPr id="5" name="Fecha 1"/>
          <p:cNvSpPr txBox="1"/>
          <p:nvPr/>
        </p:nvSpPr>
        <p:spPr>
          <a:xfrm>
            <a:off x="736600" y="14732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{HITO_1_FECHA}</a:t>
            </a:r>
          </a:p>
        </p:txBody>
      </p:sp>
      <p:sp>
        <p:nvSpPr>
          <p:cNvPr id="6" name="Hito 1"/>
          <p:cNvSpPr txBox="1"/>
          <p:nvPr/>
        </p:nvSpPr>
        <p:spPr>
          <a:xfrm>
            <a:off x="736600" y="1930400"/>
            <a:ext cx="2540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{HITO_1}</a:t>
            </a:r>
          </a:p>
        </p:txBody>
      </p:sp>
      <p:cxnSp>
        <p:nvCxnSpPr>
          <p:cNvPr id="7" name="Conector 1"/>
          <p:cNvCxnSpPr/>
          <p:nvPr/>
        </p:nvCxnSpPr>
        <p:spPr>
          <a:xfrm>
            <a:off x="942340" y="3327400"/>
            <a:ext cx="0" cy="3683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8" name="Punto"/>
          <p:cNvSpPr/>
          <p:nvPr/>
        </p:nvSpPr>
        <p:spPr>
          <a:xfrm>
            <a:off x="828040" y="3695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cxnSp>
        <p:nvCxnSpPr>
          <p:cNvPr id="9" name="Conector 2"/>
          <p:cNvCxnSpPr/>
          <p:nvPr/>
        </p:nvCxnSpPr>
        <p:spPr>
          <a:xfrm>
            <a:off x="3622040" y="3924300"/>
            <a:ext cx="0" cy="3429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0" name="Fecha 2"/>
          <p:cNvSpPr txBox="1"/>
          <p:nvPr/>
        </p:nvSpPr>
        <p:spPr>
          <a:xfrm>
            <a:off x="3416300" y="43180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{HITO_2_FECHA}</a:t>
            </a:r>
          </a:p>
        </p:txBody>
      </p:sp>
      <p:sp>
        <p:nvSpPr>
          <p:cNvPr id="11" name="Hito 2"/>
          <p:cNvSpPr txBox="1"/>
          <p:nvPr/>
        </p:nvSpPr>
        <p:spPr>
          <a:xfrm>
            <a:off x="3416300" y="4775200"/>
            <a:ext cx="2540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{HITO_2}</a:t>
            </a:r>
          </a:p>
        </p:txBody>
      </p:sp>
      <p:sp>
        <p:nvSpPr>
          <p:cNvPr id="12" name="Punto"/>
          <p:cNvSpPr/>
          <p:nvPr/>
        </p:nvSpPr>
        <p:spPr>
          <a:xfrm>
            <a:off x="3507740" y="3695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13" name="Fecha 3"/>
          <p:cNvSpPr txBox="1"/>
          <p:nvPr/>
        </p:nvSpPr>
        <p:spPr>
          <a:xfrm>
            <a:off x="6096000" y="14732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{HITO_3_FECHA}</a:t>
            </a:r>
          </a:p>
        </p:txBody>
      </p:sp>
      <p:sp>
        <p:nvSpPr>
          <p:cNvPr id="14" name="Hito 3"/>
          <p:cNvSpPr txBox="1"/>
          <p:nvPr/>
        </p:nvSpPr>
        <p:spPr>
          <a:xfrm>
            <a:off x="6096000" y="1930400"/>
            <a:ext cx="2540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{HITO_3}</a:t>
            </a:r>
          </a:p>
        </p:txBody>
      </p:sp>
      <p:cxnSp>
        <p:nvCxnSpPr>
          <p:cNvPr id="15" name="Conector 3"/>
          <p:cNvCxnSpPr/>
          <p:nvPr/>
        </p:nvCxnSpPr>
        <p:spPr>
          <a:xfrm>
            <a:off x="6301740" y="3327400"/>
            <a:ext cx="0" cy="3683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6" name="Punto"/>
          <p:cNvSpPr/>
          <p:nvPr/>
        </p:nvSpPr>
        <p:spPr>
          <a:xfrm>
            <a:off x="6187440" y="3695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cxnSp>
        <p:nvCxnSpPr>
          <p:cNvPr id="17" name="Conector 4"/>
          <p:cNvCxnSpPr/>
          <p:nvPr/>
        </p:nvCxnSpPr>
        <p:spPr>
          <a:xfrm>
            <a:off x="8981440" y="3924300"/>
            <a:ext cx="0" cy="3429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8" name="Fecha 4"/>
          <p:cNvSpPr txBox="1"/>
          <p:nvPr/>
        </p:nvSpPr>
        <p:spPr>
          <a:xfrm>
            <a:off x="8775700" y="4318000"/>
            <a:ext cx="254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{HITO_4_FECHA}</a:t>
            </a:r>
          </a:p>
        </p:txBody>
      </p:sp>
      <p:sp>
        <p:nvSpPr>
          <p:cNvPr id="19" name="Hito 4"/>
          <p:cNvSpPr txBox="1"/>
          <p:nvPr/>
        </p:nvSpPr>
        <p:spPr>
          <a:xfrm>
            <a:off x="8775700" y="4775200"/>
            <a:ext cx="2540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{HITO_4}</a:t>
            </a:r>
          </a:p>
        </p:txBody>
      </p:sp>
      <p:sp>
        <p:nvSpPr>
          <p:cNvPr id="20" name="Punto"/>
          <p:cNvSpPr/>
          <p:nvPr/>
        </p:nvSpPr>
        <p:spPr>
          <a:xfrm>
            <a:off x="8867140" y="3695700"/>
            <a:ext cx="228600" cy="22860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7519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Semana 1"/>
          <p:cNvSpPr/>
          <p:nvPr/>
        </p:nvSpPr>
        <p:spPr>
          <a:xfrm>
            <a:off x="736600" y="1422400"/>
            <a:ext cx="25273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{SEMANA_1}</a:t>
            </a:r>
          </a:p>
        </p:txBody>
      </p:sp>
      <p:sp>
        <p:nvSpPr>
          <p:cNvPr id="5" name="Actividad 1"/>
          <p:cNvSpPr/>
          <p:nvPr/>
        </p:nvSpPr>
        <p:spPr>
          <a:xfrm>
            <a:off x="736600" y="2336800"/>
            <a:ext cx="2527300" cy="3886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77800" tIns="177800" rIns="177800" bIns="1270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{ACTIVIDAD_1}</a:t>
            </a:r>
          </a:p>
        </p:txBody>
      </p:sp>
      <p:sp>
        <p:nvSpPr>
          <p:cNvPr id="6" name="Semana 2"/>
          <p:cNvSpPr/>
          <p:nvPr/>
        </p:nvSpPr>
        <p:spPr>
          <a:xfrm>
            <a:off x="3467100" y="1422400"/>
            <a:ext cx="25273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{SEMANA_2}</a:t>
            </a:r>
          </a:p>
        </p:txBody>
      </p:sp>
      <p:sp>
        <p:nvSpPr>
          <p:cNvPr id="7" name="Actividad 2"/>
          <p:cNvSpPr/>
          <p:nvPr/>
        </p:nvSpPr>
        <p:spPr>
          <a:xfrm>
            <a:off x="3467100" y="2336800"/>
            <a:ext cx="2527300" cy="3886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77800" tIns="177800" rIns="177800" bIns="1270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{ACTIVIDAD_2}</a:t>
            </a:r>
          </a:p>
        </p:txBody>
      </p:sp>
      <p:sp>
        <p:nvSpPr>
          <p:cNvPr id="8" name="Semana 3"/>
          <p:cNvSpPr/>
          <p:nvPr/>
        </p:nvSpPr>
        <p:spPr>
          <a:xfrm>
            <a:off x="6197600" y="1422400"/>
            <a:ext cx="25273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{SEMANA_3}</a:t>
            </a:r>
          </a:p>
        </p:txBody>
      </p:sp>
      <p:sp>
        <p:nvSpPr>
          <p:cNvPr id="9" name="Actividad 3"/>
          <p:cNvSpPr/>
          <p:nvPr/>
        </p:nvSpPr>
        <p:spPr>
          <a:xfrm>
            <a:off x="6197600" y="2336800"/>
            <a:ext cx="2527300" cy="3886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77800" tIns="177800" rIns="177800" bIns="1270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{ACTIVIDAD_3}</a:t>
            </a:r>
          </a:p>
        </p:txBody>
      </p:sp>
      <p:sp>
        <p:nvSpPr>
          <p:cNvPr id="10" name="Semana 4"/>
          <p:cNvSpPr/>
          <p:nvPr/>
        </p:nvSpPr>
        <p:spPr>
          <a:xfrm>
            <a:off x="8928100" y="1422400"/>
            <a:ext cx="25273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{SEMANA_4}</a:t>
            </a:r>
          </a:p>
        </p:txBody>
      </p:sp>
      <p:sp>
        <p:nvSpPr>
          <p:cNvPr id="11" name="Actividad 4"/>
          <p:cNvSpPr/>
          <p:nvPr/>
        </p:nvSpPr>
        <p:spPr>
          <a:xfrm>
            <a:off x="8928100" y="2336800"/>
            <a:ext cx="2527300" cy="3886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77800" tIns="177800" rIns="177800" bIns="1270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{ACTIVIDAD_4}</a:t>
            </a:r>
          </a:p>
        </p:txBody>
      </p:sp>
    </p:spTree>
    <p:extLst>
      <p:ext uri="{BB962C8B-B14F-4D97-AF65-F5344CB8AC3E}">
        <p14:creationId xmlns:p14="http://schemas.microsoft.com/office/powerpoint/2010/main" val="1466477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aso 1"/>
          <p:cNvSpPr/>
          <p:nvPr/>
        </p:nvSpPr>
        <p:spPr>
          <a:xfrm>
            <a:off x="736600" y="1422400"/>
            <a:ext cx="3441700" cy="812800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txBody>
          <a:bodyPr wrap="square" lIns="152400" tIns="50800" rIns="3302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{PASO_1_TITULO}</a:t>
            </a:r>
          </a:p>
        </p:txBody>
      </p:sp>
      <p:sp>
        <p:nvSpPr>
          <p:cNvPr id="5" name="Texto paso 1"/>
          <p:cNvSpPr txBox="1"/>
          <p:nvPr/>
        </p:nvSpPr>
        <p:spPr>
          <a:xfrm>
            <a:off x="736600" y="2489200"/>
            <a:ext cx="3441700" cy="3733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{PASO_1}</a:t>
            </a:r>
          </a:p>
        </p:txBody>
      </p:sp>
      <p:sp>
        <p:nvSpPr>
          <p:cNvPr id="6" name="Paso 2"/>
          <p:cNvSpPr/>
          <p:nvPr/>
        </p:nvSpPr>
        <p:spPr>
          <a:xfrm>
            <a:off x="4375150" y="1422400"/>
            <a:ext cx="3441700" cy="812800"/>
          </a:xfrm>
          <a:prstGeom prst="homePlate">
            <a:avLst/>
          </a:prstGeom>
          <a:solidFill>
            <a:schemeClr val="accent5"/>
          </a:solidFill>
          <a:ln>
            <a:noFill/>
          </a:ln>
        </p:spPr>
        <p:txBody>
          <a:bodyPr wrap="square" lIns="152400" tIns="50800" rIns="3302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{PASO_2_TITULO}</a:t>
            </a:r>
          </a:p>
        </p:txBody>
      </p:sp>
      <p:sp>
        <p:nvSpPr>
          <p:cNvPr id="7" name="Texto paso 2"/>
          <p:cNvSpPr txBox="1"/>
          <p:nvPr/>
        </p:nvSpPr>
        <p:spPr>
          <a:xfrm>
            <a:off x="4375150" y="2489200"/>
            <a:ext cx="3441700" cy="3733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{PASO_2}</a:t>
            </a:r>
          </a:p>
        </p:txBody>
      </p:sp>
      <p:sp>
        <p:nvSpPr>
          <p:cNvPr id="8" name="Paso 3"/>
          <p:cNvSpPr/>
          <p:nvPr/>
        </p:nvSpPr>
        <p:spPr>
          <a:xfrm>
            <a:off x="8013700" y="1422400"/>
            <a:ext cx="3441700" cy="812800"/>
          </a:xfrm>
          <a:prstGeom prst="homePlate">
            <a:avLst/>
          </a:prstGeom>
          <a:solidFill>
            <a:schemeClr val="accent3"/>
          </a:solidFill>
          <a:ln>
            <a:noFill/>
          </a:ln>
        </p:spPr>
        <p:txBody>
          <a:bodyPr wrap="square" lIns="152400" tIns="50800" rIns="3302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{PASO_3_TITULO}</a:t>
            </a:r>
          </a:p>
        </p:txBody>
      </p:sp>
      <p:sp>
        <p:nvSpPr>
          <p:cNvPr id="9" name="Texto paso 3"/>
          <p:cNvSpPr txBox="1"/>
          <p:nvPr/>
        </p:nvSpPr>
        <p:spPr>
          <a:xfrm>
            <a:off x="8013700" y="2489200"/>
            <a:ext cx="3441700" cy="3733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{PASO_3}</a:t>
            </a:r>
          </a:p>
        </p:txBody>
      </p:sp>
    </p:spTree>
    <p:extLst>
      <p:ext uri="{BB962C8B-B14F-4D97-AF65-F5344CB8AC3E}">
        <p14:creationId xmlns:p14="http://schemas.microsoft.com/office/powerpoint/2010/main" val="694813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aso 1"/>
          <p:cNvSpPr/>
          <p:nvPr/>
        </p:nvSpPr>
        <p:spPr>
          <a:xfrm>
            <a:off x="736600" y="1422400"/>
            <a:ext cx="2032000" cy="914400"/>
          </a:xfrm>
          <a:prstGeom prst="homePlate">
            <a:avLst>
              <a:gd name="adj" fmla="val 25000"/>
            </a:avLst>
          </a:prstGeom>
          <a:solidFill>
            <a:schemeClr val="accent5"/>
          </a:solidFill>
          <a:ln>
            <a:noFill/>
          </a:ln>
        </p:spPr>
        <p:txBody>
          <a:bodyPr wrap="square" lIns="101600" tIns="50800" rIns="1270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{NOMBRE_1}</a:t>
            </a:r>
          </a:p>
        </p:txBody>
      </p:sp>
      <p:sp>
        <p:nvSpPr>
          <p:cNvPr id="5" name="Texto paso 1"/>
          <p:cNvSpPr txBox="1"/>
          <p:nvPr/>
        </p:nvSpPr>
        <p:spPr>
          <a:xfrm>
            <a:off x="736600" y="2540000"/>
            <a:ext cx="2032000" cy="368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{PASO_1}</a:t>
            </a:r>
          </a:p>
        </p:txBody>
      </p:sp>
      <p:sp>
        <p:nvSpPr>
          <p:cNvPr id="6" name="Paso 2"/>
          <p:cNvSpPr/>
          <p:nvPr/>
        </p:nvSpPr>
        <p:spPr>
          <a:xfrm>
            <a:off x="2908300" y="1422400"/>
            <a:ext cx="2032000" cy="914400"/>
          </a:xfrm>
          <a:prstGeom prst="homePlate">
            <a:avLst>
              <a:gd name="adj" fmla="val 25000"/>
            </a:avLst>
          </a:prstGeom>
          <a:solidFill>
            <a:schemeClr val="accent5"/>
          </a:solidFill>
          <a:ln>
            <a:noFill/>
          </a:ln>
        </p:spPr>
        <p:txBody>
          <a:bodyPr wrap="square" lIns="101600" tIns="50800" rIns="1270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{NOMBRE_2}</a:t>
            </a:r>
          </a:p>
        </p:txBody>
      </p:sp>
      <p:sp>
        <p:nvSpPr>
          <p:cNvPr id="7" name="Texto paso 2"/>
          <p:cNvSpPr txBox="1"/>
          <p:nvPr/>
        </p:nvSpPr>
        <p:spPr>
          <a:xfrm>
            <a:off x="2908300" y="2540000"/>
            <a:ext cx="2032000" cy="368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{PASO_2}</a:t>
            </a:r>
          </a:p>
        </p:txBody>
      </p:sp>
      <p:sp>
        <p:nvSpPr>
          <p:cNvPr id="8" name="Paso 3"/>
          <p:cNvSpPr/>
          <p:nvPr/>
        </p:nvSpPr>
        <p:spPr>
          <a:xfrm>
            <a:off x="5080000" y="1422400"/>
            <a:ext cx="2032000" cy="914400"/>
          </a:xfrm>
          <a:prstGeom prst="homePlate">
            <a:avLst>
              <a:gd name="adj" fmla="val 25000"/>
            </a:avLst>
          </a:prstGeom>
          <a:solidFill>
            <a:schemeClr val="accent5"/>
          </a:solidFill>
          <a:ln>
            <a:noFill/>
          </a:ln>
        </p:spPr>
        <p:txBody>
          <a:bodyPr wrap="square" lIns="101600" tIns="50800" rIns="1270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{NOMBRE_3}</a:t>
            </a:r>
          </a:p>
        </p:txBody>
      </p:sp>
      <p:sp>
        <p:nvSpPr>
          <p:cNvPr id="9" name="Texto paso 3"/>
          <p:cNvSpPr txBox="1"/>
          <p:nvPr/>
        </p:nvSpPr>
        <p:spPr>
          <a:xfrm>
            <a:off x="5080000" y="2540000"/>
            <a:ext cx="2032000" cy="368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{PASO_3}</a:t>
            </a:r>
          </a:p>
        </p:txBody>
      </p:sp>
      <p:sp>
        <p:nvSpPr>
          <p:cNvPr id="10" name="Paso 4"/>
          <p:cNvSpPr/>
          <p:nvPr/>
        </p:nvSpPr>
        <p:spPr>
          <a:xfrm>
            <a:off x="7251700" y="1422400"/>
            <a:ext cx="2032000" cy="914400"/>
          </a:xfrm>
          <a:prstGeom prst="homePlate">
            <a:avLst>
              <a:gd name="adj" fmla="val 25000"/>
            </a:avLst>
          </a:prstGeom>
          <a:solidFill>
            <a:schemeClr val="accent5"/>
          </a:solidFill>
          <a:ln>
            <a:noFill/>
          </a:ln>
        </p:spPr>
        <p:txBody>
          <a:bodyPr wrap="square" lIns="101600" tIns="50800" rIns="1270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{NOMBRE_4}</a:t>
            </a:r>
          </a:p>
        </p:txBody>
      </p:sp>
      <p:sp>
        <p:nvSpPr>
          <p:cNvPr id="11" name="Texto paso 4"/>
          <p:cNvSpPr txBox="1"/>
          <p:nvPr/>
        </p:nvSpPr>
        <p:spPr>
          <a:xfrm>
            <a:off x="7251700" y="2540000"/>
            <a:ext cx="2032000" cy="368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{PASO_4}</a:t>
            </a:r>
          </a:p>
        </p:txBody>
      </p:sp>
      <p:sp>
        <p:nvSpPr>
          <p:cNvPr id="12" name="Paso 5"/>
          <p:cNvSpPr/>
          <p:nvPr/>
        </p:nvSpPr>
        <p:spPr>
          <a:xfrm>
            <a:off x="9423400" y="1422400"/>
            <a:ext cx="2032000" cy="914400"/>
          </a:xfrm>
          <a:prstGeom prst="homePlate">
            <a:avLst>
              <a:gd name="adj" fmla="val 25000"/>
            </a:avLst>
          </a:prstGeom>
          <a:solidFill>
            <a:schemeClr val="accent3"/>
          </a:solidFill>
          <a:ln>
            <a:noFill/>
          </a:ln>
        </p:spPr>
        <p:txBody>
          <a:bodyPr wrap="square" lIns="101600" tIns="50800" rIns="1270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b="1" dirty="0">
                <a:solidFill>
                  <a:schemeClr val="bg1"/>
                </a:solidFill>
              </a:rPr>
              <a:t>{NOMBRE_5}</a:t>
            </a:r>
          </a:p>
        </p:txBody>
      </p:sp>
      <p:sp>
        <p:nvSpPr>
          <p:cNvPr id="13" name="Texto paso 5"/>
          <p:cNvSpPr txBox="1"/>
          <p:nvPr/>
        </p:nvSpPr>
        <p:spPr>
          <a:xfrm>
            <a:off x="9423400" y="2540000"/>
            <a:ext cx="2032000" cy="368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</a:rPr>
              <a:t>{PASO_5}</a:t>
            </a:r>
          </a:p>
        </p:txBody>
      </p:sp>
    </p:spTree>
    <p:extLst>
      <p:ext uri="{BB962C8B-B14F-4D97-AF65-F5344CB8AC3E}">
        <p14:creationId xmlns:p14="http://schemas.microsoft.com/office/powerpoint/2010/main" val="34052016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aso 1"/>
          <p:cNvSpPr/>
          <p:nvPr/>
        </p:nvSpPr>
        <p:spPr>
          <a:xfrm>
            <a:off x="736600" y="1422400"/>
            <a:ext cx="3175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{PASO_1_TITULO}</a:t>
            </a:r>
          </a:p>
        </p:txBody>
      </p:sp>
      <p:sp>
        <p:nvSpPr>
          <p:cNvPr id="5" name="Texto paso 1"/>
          <p:cNvSpPr/>
          <p:nvPr/>
        </p:nvSpPr>
        <p:spPr>
          <a:xfrm>
            <a:off x="4013200" y="1422400"/>
            <a:ext cx="74422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{PASO_1}</a:t>
            </a:r>
          </a:p>
        </p:txBody>
      </p:sp>
      <p:sp>
        <p:nvSpPr>
          <p:cNvPr id="6" name="Paso 2"/>
          <p:cNvSpPr/>
          <p:nvPr/>
        </p:nvSpPr>
        <p:spPr>
          <a:xfrm>
            <a:off x="736600" y="2622550"/>
            <a:ext cx="3175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{PASO_2_TITULO}</a:t>
            </a:r>
          </a:p>
        </p:txBody>
      </p:sp>
      <p:sp>
        <p:nvSpPr>
          <p:cNvPr id="7" name="Texto paso 2"/>
          <p:cNvSpPr/>
          <p:nvPr/>
        </p:nvSpPr>
        <p:spPr>
          <a:xfrm>
            <a:off x="4013200" y="2622550"/>
            <a:ext cx="74422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{PASO_2}</a:t>
            </a:r>
          </a:p>
        </p:txBody>
      </p:sp>
      <p:sp>
        <p:nvSpPr>
          <p:cNvPr id="8" name="Paso 3"/>
          <p:cNvSpPr/>
          <p:nvPr/>
        </p:nvSpPr>
        <p:spPr>
          <a:xfrm>
            <a:off x="736600" y="3822700"/>
            <a:ext cx="3175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{PASO_3_TITULO}</a:t>
            </a:r>
          </a:p>
        </p:txBody>
      </p:sp>
      <p:sp>
        <p:nvSpPr>
          <p:cNvPr id="9" name="Texto paso 3"/>
          <p:cNvSpPr/>
          <p:nvPr/>
        </p:nvSpPr>
        <p:spPr>
          <a:xfrm>
            <a:off x="4013200" y="3822700"/>
            <a:ext cx="74422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{PASO_3}</a:t>
            </a:r>
          </a:p>
        </p:txBody>
      </p:sp>
      <p:sp>
        <p:nvSpPr>
          <p:cNvPr id="10" name="Paso 4"/>
          <p:cNvSpPr/>
          <p:nvPr/>
        </p:nvSpPr>
        <p:spPr>
          <a:xfrm>
            <a:off x="736600" y="5022850"/>
            <a:ext cx="3175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{PASO_4_TITULO}</a:t>
            </a:r>
          </a:p>
        </p:txBody>
      </p:sp>
      <p:sp>
        <p:nvSpPr>
          <p:cNvPr id="11" name="Texto paso 4"/>
          <p:cNvSpPr/>
          <p:nvPr/>
        </p:nvSpPr>
        <p:spPr>
          <a:xfrm>
            <a:off x="4013200" y="5022850"/>
            <a:ext cx="74422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{PASO_4}</a:t>
            </a:r>
          </a:p>
        </p:txBody>
      </p:sp>
    </p:spTree>
    <p:extLst>
      <p:ext uri="{BB962C8B-B14F-4D97-AF65-F5344CB8AC3E}">
        <p14:creationId xmlns:p14="http://schemas.microsoft.com/office/powerpoint/2010/main" val="34614769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egla 1"/>
          <p:cNvSpPr/>
          <p:nvPr/>
        </p:nvSpPr>
        <p:spPr>
          <a:xfrm>
            <a:off x="736600" y="1524000"/>
            <a:ext cx="2527300" cy="50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Título fase 1"/>
          <p:cNvSpPr txBox="1"/>
          <p:nvPr/>
        </p:nvSpPr>
        <p:spPr>
          <a:xfrm>
            <a:off x="736600" y="1701800"/>
            <a:ext cx="25273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{FASE_1_TITULO}</a:t>
            </a:r>
          </a:p>
        </p:txBody>
      </p:sp>
      <p:sp>
        <p:nvSpPr>
          <p:cNvPr id="6" name="Fase 1"/>
          <p:cNvSpPr txBox="1"/>
          <p:nvPr/>
        </p:nvSpPr>
        <p:spPr>
          <a:xfrm>
            <a:off x="736600" y="2692400"/>
            <a:ext cx="2527300" cy="353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{FASE_1}</a:t>
            </a:r>
          </a:p>
        </p:txBody>
      </p:sp>
      <p:sp>
        <p:nvSpPr>
          <p:cNvPr id="7" name="Regla 2"/>
          <p:cNvSpPr/>
          <p:nvPr/>
        </p:nvSpPr>
        <p:spPr>
          <a:xfrm>
            <a:off x="3467100" y="1524000"/>
            <a:ext cx="2527300" cy="50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8" name="Título fase 2"/>
          <p:cNvSpPr txBox="1"/>
          <p:nvPr/>
        </p:nvSpPr>
        <p:spPr>
          <a:xfrm>
            <a:off x="3467100" y="1701800"/>
            <a:ext cx="25273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{FASE_2_TITULO}</a:t>
            </a:r>
          </a:p>
        </p:txBody>
      </p:sp>
      <p:sp>
        <p:nvSpPr>
          <p:cNvPr id="9" name="Fase 2"/>
          <p:cNvSpPr txBox="1"/>
          <p:nvPr/>
        </p:nvSpPr>
        <p:spPr>
          <a:xfrm>
            <a:off x="3467100" y="2692400"/>
            <a:ext cx="2527300" cy="353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{FASE_2}</a:t>
            </a:r>
          </a:p>
        </p:txBody>
      </p:sp>
      <p:sp>
        <p:nvSpPr>
          <p:cNvPr id="10" name="Regla 3"/>
          <p:cNvSpPr/>
          <p:nvPr/>
        </p:nvSpPr>
        <p:spPr>
          <a:xfrm>
            <a:off x="6197600" y="1524000"/>
            <a:ext cx="2527300" cy="50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1" name="Título fase 3"/>
          <p:cNvSpPr txBox="1"/>
          <p:nvPr/>
        </p:nvSpPr>
        <p:spPr>
          <a:xfrm>
            <a:off x="6197600" y="1701800"/>
            <a:ext cx="25273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{FASE_3_TITULO}</a:t>
            </a:r>
          </a:p>
        </p:txBody>
      </p:sp>
      <p:sp>
        <p:nvSpPr>
          <p:cNvPr id="12" name="Fase 3"/>
          <p:cNvSpPr txBox="1"/>
          <p:nvPr/>
        </p:nvSpPr>
        <p:spPr>
          <a:xfrm>
            <a:off x="6197600" y="2692400"/>
            <a:ext cx="2527300" cy="353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{FASE_3}</a:t>
            </a:r>
          </a:p>
        </p:txBody>
      </p:sp>
      <p:sp>
        <p:nvSpPr>
          <p:cNvPr id="13" name="Regla 4"/>
          <p:cNvSpPr/>
          <p:nvPr/>
        </p:nvSpPr>
        <p:spPr>
          <a:xfrm>
            <a:off x="8928100" y="1524000"/>
            <a:ext cx="2527300" cy="50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4" name="Título fase 4"/>
          <p:cNvSpPr txBox="1"/>
          <p:nvPr/>
        </p:nvSpPr>
        <p:spPr>
          <a:xfrm>
            <a:off x="8928100" y="1701800"/>
            <a:ext cx="25273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{FASE_4_TITULO}</a:t>
            </a:r>
          </a:p>
        </p:txBody>
      </p:sp>
      <p:sp>
        <p:nvSpPr>
          <p:cNvPr id="15" name="Fase 4"/>
          <p:cNvSpPr txBox="1"/>
          <p:nvPr/>
        </p:nvSpPr>
        <p:spPr>
          <a:xfrm>
            <a:off x="8928100" y="2692400"/>
            <a:ext cx="2527300" cy="353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{FASE_4}</a:t>
            </a:r>
          </a:p>
        </p:txBody>
      </p:sp>
    </p:spTree>
    <p:extLst>
      <p:ext uri="{BB962C8B-B14F-4D97-AF65-F5344CB8AC3E}">
        <p14:creationId xmlns:p14="http://schemas.microsoft.com/office/powerpoint/2010/main" val="14650477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Etapa 1"/>
          <p:cNvSpPr/>
          <p:nvPr/>
        </p:nvSpPr>
        <p:spPr>
          <a:xfrm>
            <a:off x="4191000" y="1422400"/>
            <a:ext cx="3810000" cy="177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{ETAPA_1}</a:t>
            </a:r>
          </a:p>
        </p:txBody>
      </p:sp>
      <p:sp>
        <p:nvSpPr>
          <p:cNvPr id="5" name="Etapa 2"/>
          <p:cNvSpPr/>
          <p:nvPr/>
        </p:nvSpPr>
        <p:spPr>
          <a:xfrm>
            <a:off x="7645400" y="4318000"/>
            <a:ext cx="3810000" cy="190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{ETAPA_2}</a:t>
            </a:r>
          </a:p>
        </p:txBody>
      </p:sp>
      <p:sp>
        <p:nvSpPr>
          <p:cNvPr id="6" name="Etapa 3"/>
          <p:cNvSpPr/>
          <p:nvPr/>
        </p:nvSpPr>
        <p:spPr>
          <a:xfrm>
            <a:off x="736600" y="4318000"/>
            <a:ext cx="3810000" cy="190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{ETAPA_3}</a:t>
            </a:r>
          </a:p>
        </p:txBody>
      </p:sp>
      <p:cxnSp>
        <p:nvCxnSpPr>
          <p:cNvPr id="7" name="Flecha 1"/>
          <p:cNvCxnSpPr/>
          <p:nvPr/>
        </p:nvCxnSpPr>
        <p:spPr>
          <a:xfrm>
            <a:off x="8128000" y="2768600"/>
            <a:ext cx="1371600" cy="142240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  <p:cxnSp>
        <p:nvCxnSpPr>
          <p:cNvPr id="8" name="Flecha 2"/>
          <p:cNvCxnSpPr/>
          <p:nvPr/>
        </p:nvCxnSpPr>
        <p:spPr>
          <a:xfrm flipH="1">
            <a:off x="4648200" y="5270500"/>
            <a:ext cx="2895600" cy="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  <p:cxnSp>
        <p:nvCxnSpPr>
          <p:cNvPr id="9" name="Flecha 3"/>
          <p:cNvCxnSpPr/>
          <p:nvPr/>
        </p:nvCxnSpPr>
        <p:spPr>
          <a:xfrm flipV="1">
            <a:off x="2692400" y="2844800"/>
            <a:ext cx="1397000" cy="134620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08578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apa 1"/>
          <p:cNvSpPr/>
          <p:nvPr/>
        </p:nvSpPr>
        <p:spPr>
          <a:xfrm>
            <a:off x="3937000" y="1422400"/>
            <a:ext cx="4318000" cy="1066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{CAPA_1}</a:t>
            </a:r>
          </a:p>
        </p:txBody>
      </p:sp>
      <p:sp>
        <p:nvSpPr>
          <p:cNvPr id="5" name="Capa 2"/>
          <p:cNvSpPr/>
          <p:nvPr/>
        </p:nvSpPr>
        <p:spPr>
          <a:xfrm>
            <a:off x="2870200" y="2667000"/>
            <a:ext cx="6451600" cy="1066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{CAPA_2}</a:t>
            </a:r>
          </a:p>
        </p:txBody>
      </p:sp>
      <p:sp>
        <p:nvSpPr>
          <p:cNvPr id="6" name="Capa 3"/>
          <p:cNvSpPr/>
          <p:nvPr/>
        </p:nvSpPr>
        <p:spPr>
          <a:xfrm>
            <a:off x="1803400" y="3911600"/>
            <a:ext cx="8585200" cy="1066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{CAPA_3}</a:t>
            </a:r>
          </a:p>
        </p:txBody>
      </p:sp>
      <p:sp>
        <p:nvSpPr>
          <p:cNvPr id="7" name="Capa 4"/>
          <p:cNvSpPr/>
          <p:nvPr/>
        </p:nvSpPr>
        <p:spPr>
          <a:xfrm>
            <a:off x="736600" y="5156200"/>
            <a:ext cx="10718800" cy="1066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{CAPA_4}</a:t>
            </a:r>
          </a:p>
        </p:txBody>
      </p:sp>
    </p:spTree>
    <p:extLst>
      <p:ext uri="{BB962C8B-B14F-4D97-AF65-F5344CB8AC3E}">
        <p14:creationId xmlns:p14="http://schemas.microsoft.com/office/powerpoint/2010/main" val="1653414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Entrada"/>
          <p:cNvSpPr/>
          <p:nvPr/>
        </p:nvSpPr>
        <p:spPr>
          <a:xfrm>
            <a:off x="736600" y="1778000"/>
            <a:ext cx="3048000" cy="4064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{ENTRADA}</a:t>
            </a:r>
          </a:p>
        </p:txBody>
      </p:sp>
      <p:sp>
        <p:nvSpPr>
          <p:cNvPr id="5" name="Proceso"/>
          <p:cNvSpPr/>
          <p:nvPr/>
        </p:nvSpPr>
        <p:spPr>
          <a:xfrm>
            <a:off x="4572000" y="1778000"/>
            <a:ext cx="3048000" cy="40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{PROCESO}</a:t>
            </a:r>
          </a:p>
        </p:txBody>
      </p:sp>
      <p:sp>
        <p:nvSpPr>
          <p:cNvPr id="6" name="Salida"/>
          <p:cNvSpPr/>
          <p:nvPr/>
        </p:nvSpPr>
        <p:spPr>
          <a:xfrm>
            <a:off x="8407400" y="1778000"/>
            <a:ext cx="3048000" cy="4064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{SALIDA}</a:t>
            </a:r>
          </a:p>
        </p:txBody>
      </p:sp>
      <p:cxnSp>
        <p:nvCxnSpPr>
          <p:cNvPr id="7" name="Flecha 1"/>
          <p:cNvCxnSpPr/>
          <p:nvPr/>
        </p:nvCxnSpPr>
        <p:spPr>
          <a:xfrm>
            <a:off x="3886200" y="3810000"/>
            <a:ext cx="584200" cy="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  <p:cxnSp>
        <p:nvCxnSpPr>
          <p:cNvPr id="8" name="Flecha 2"/>
          <p:cNvCxnSpPr/>
          <p:nvPr/>
        </p:nvCxnSpPr>
        <p:spPr>
          <a:xfrm>
            <a:off x="7721600" y="3810000"/>
            <a:ext cx="584200" cy="0"/>
          </a:xfrm>
          <a:prstGeom prst="line">
            <a:avLst/>
          </a:prstGeom>
          <a:ln w="31750">
            <a:solidFill>
              <a:schemeClr val="bg1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500782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regunta"/>
          <p:cNvSpPr/>
          <p:nvPr/>
        </p:nvSpPr>
        <p:spPr>
          <a:xfrm>
            <a:off x="3556000" y="1422400"/>
            <a:ext cx="5080000" cy="1143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{PREGUNTA}</a:t>
            </a:r>
          </a:p>
        </p:txBody>
      </p:sp>
      <p:cxnSp>
        <p:nvCxnSpPr>
          <p:cNvPr id="5" name="Conector 1"/>
          <p:cNvCxnSpPr/>
          <p:nvPr/>
        </p:nvCxnSpPr>
        <p:spPr>
          <a:xfrm>
            <a:off x="6096000" y="2565400"/>
            <a:ext cx="0" cy="3810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6" name="Conector 2"/>
          <p:cNvCxnSpPr/>
          <p:nvPr/>
        </p:nvCxnSpPr>
        <p:spPr>
          <a:xfrm>
            <a:off x="3289300" y="2946400"/>
            <a:ext cx="56134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7" name="Conector 3"/>
          <p:cNvCxnSpPr/>
          <p:nvPr/>
        </p:nvCxnSpPr>
        <p:spPr>
          <a:xfrm>
            <a:off x="3289300" y="2946400"/>
            <a:ext cx="0" cy="736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8" name="Conector 4"/>
          <p:cNvCxnSpPr/>
          <p:nvPr/>
        </p:nvCxnSpPr>
        <p:spPr>
          <a:xfrm>
            <a:off x="8902700" y="2946400"/>
            <a:ext cx="0" cy="736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9" name="Sí"/>
          <p:cNvSpPr/>
          <p:nvPr/>
        </p:nvSpPr>
        <p:spPr>
          <a:xfrm>
            <a:off x="736600" y="3683000"/>
            <a:ext cx="5105400" cy="25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{SI}</a:t>
            </a:r>
          </a:p>
        </p:txBody>
      </p:sp>
      <p:sp>
        <p:nvSpPr>
          <p:cNvPr id="10" name="No"/>
          <p:cNvSpPr/>
          <p:nvPr/>
        </p:nvSpPr>
        <p:spPr>
          <a:xfrm>
            <a:off x="6350000" y="3683000"/>
            <a:ext cx="5105400" cy="25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{NO}</a:t>
            </a:r>
          </a:p>
        </p:txBody>
      </p:sp>
    </p:spTree>
    <p:extLst>
      <p:ext uri="{BB962C8B-B14F-4D97-AF65-F5344CB8AC3E}">
        <p14:creationId xmlns:p14="http://schemas.microsoft.com/office/powerpoint/2010/main" val="33889618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aíz"/>
          <p:cNvSpPr/>
          <p:nvPr/>
        </p:nvSpPr>
        <p:spPr>
          <a:xfrm>
            <a:off x="4191000" y="1422400"/>
            <a:ext cx="38100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{RAIZ}</a:t>
            </a:r>
          </a:p>
        </p:txBody>
      </p:sp>
      <p:cxnSp>
        <p:nvCxnSpPr>
          <p:cNvPr id="5" name="Conector raíz"/>
          <p:cNvCxnSpPr/>
          <p:nvPr/>
        </p:nvCxnSpPr>
        <p:spPr>
          <a:xfrm>
            <a:off x="6096000" y="22352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6" name="Conector horizontal"/>
          <p:cNvCxnSpPr/>
          <p:nvPr/>
        </p:nvCxnSpPr>
        <p:spPr>
          <a:xfrm>
            <a:off x="1981200" y="2590800"/>
            <a:ext cx="82296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7" name="Conector rama 1"/>
          <p:cNvCxnSpPr/>
          <p:nvPr/>
        </p:nvCxnSpPr>
        <p:spPr>
          <a:xfrm>
            <a:off x="19812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8" name="Rama 1"/>
          <p:cNvSpPr/>
          <p:nvPr/>
        </p:nvSpPr>
        <p:spPr>
          <a:xfrm>
            <a:off x="736600" y="2946400"/>
            <a:ext cx="2489200" cy="25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{RAMA_1}</a:t>
            </a:r>
          </a:p>
        </p:txBody>
      </p:sp>
      <p:cxnSp>
        <p:nvCxnSpPr>
          <p:cNvPr id="9" name="Conector rama 2"/>
          <p:cNvCxnSpPr/>
          <p:nvPr/>
        </p:nvCxnSpPr>
        <p:spPr>
          <a:xfrm>
            <a:off x="47244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0" name="Rama 2"/>
          <p:cNvSpPr/>
          <p:nvPr/>
        </p:nvSpPr>
        <p:spPr>
          <a:xfrm>
            <a:off x="3479800" y="2946400"/>
            <a:ext cx="2489200" cy="25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{RAMA_2}</a:t>
            </a:r>
          </a:p>
        </p:txBody>
      </p:sp>
      <p:cxnSp>
        <p:nvCxnSpPr>
          <p:cNvPr id="11" name="Conector rama 3"/>
          <p:cNvCxnSpPr/>
          <p:nvPr/>
        </p:nvCxnSpPr>
        <p:spPr>
          <a:xfrm>
            <a:off x="74676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2" name="Rama 3"/>
          <p:cNvSpPr/>
          <p:nvPr/>
        </p:nvSpPr>
        <p:spPr>
          <a:xfrm>
            <a:off x="6223000" y="2946400"/>
            <a:ext cx="2489200" cy="25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{RAMA_3}</a:t>
            </a:r>
          </a:p>
        </p:txBody>
      </p:sp>
      <p:cxnSp>
        <p:nvCxnSpPr>
          <p:cNvPr id="13" name="Conector rama 4"/>
          <p:cNvCxnSpPr/>
          <p:nvPr/>
        </p:nvCxnSpPr>
        <p:spPr>
          <a:xfrm>
            <a:off x="10210800" y="2590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4" name="Rama 4"/>
          <p:cNvSpPr/>
          <p:nvPr/>
        </p:nvSpPr>
        <p:spPr>
          <a:xfrm>
            <a:off x="8966200" y="2946400"/>
            <a:ext cx="2489200" cy="25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{RAMA_4}</a:t>
            </a:r>
          </a:p>
        </p:txBody>
      </p:sp>
    </p:spTree>
    <p:extLst>
      <p:ext uri="{BB962C8B-B14F-4D97-AF65-F5344CB8AC3E}">
        <p14:creationId xmlns:p14="http://schemas.microsoft.com/office/powerpoint/2010/main" val="18535360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aíz"/>
          <p:cNvSpPr/>
          <p:nvPr/>
        </p:nvSpPr>
        <p:spPr>
          <a:xfrm>
            <a:off x="4191000" y="1422400"/>
            <a:ext cx="3810000" cy="76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{RAIZ}</a:t>
            </a:r>
          </a:p>
        </p:txBody>
      </p:sp>
      <p:cxnSp>
        <p:nvCxnSpPr>
          <p:cNvPr id="5" name="Conector raíz"/>
          <p:cNvCxnSpPr/>
          <p:nvPr/>
        </p:nvCxnSpPr>
        <p:spPr>
          <a:xfrm>
            <a:off x="6096000" y="2184400"/>
            <a:ext cx="0" cy="304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6" name="Conector horizontal"/>
          <p:cNvCxnSpPr/>
          <p:nvPr/>
        </p:nvCxnSpPr>
        <p:spPr>
          <a:xfrm>
            <a:off x="3276600" y="2489200"/>
            <a:ext cx="56388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7" name="Conector rama 1"/>
          <p:cNvCxnSpPr/>
          <p:nvPr/>
        </p:nvCxnSpPr>
        <p:spPr>
          <a:xfrm>
            <a:off x="3276600" y="2489200"/>
            <a:ext cx="0" cy="304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8" name="Rama 1"/>
          <p:cNvSpPr/>
          <p:nvPr/>
        </p:nvSpPr>
        <p:spPr>
          <a:xfrm>
            <a:off x="1371600" y="2794000"/>
            <a:ext cx="3810000" cy="812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{RAMA_1}</a:t>
            </a:r>
          </a:p>
        </p:txBody>
      </p:sp>
      <p:cxnSp>
        <p:nvCxnSpPr>
          <p:cNvPr id="9" name="Conector hojas 1"/>
          <p:cNvCxnSpPr/>
          <p:nvPr/>
        </p:nvCxnSpPr>
        <p:spPr>
          <a:xfrm>
            <a:off x="3276600" y="3606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0" name="Conector horizontal hojas 1"/>
          <p:cNvCxnSpPr/>
          <p:nvPr/>
        </p:nvCxnSpPr>
        <p:spPr>
          <a:xfrm>
            <a:off x="1943100" y="3962400"/>
            <a:ext cx="26670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1" name="Conector hoja"/>
          <p:cNvCxnSpPr/>
          <p:nvPr/>
        </p:nvCxnSpPr>
        <p:spPr>
          <a:xfrm>
            <a:off x="1943100" y="39624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2" name="Hoja 1"/>
          <p:cNvSpPr/>
          <p:nvPr/>
        </p:nvSpPr>
        <p:spPr>
          <a:xfrm>
            <a:off x="736600" y="4318000"/>
            <a:ext cx="2413000" cy="190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{HOJA_1}</a:t>
            </a:r>
          </a:p>
        </p:txBody>
      </p:sp>
      <p:cxnSp>
        <p:nvCxnSpPr>
          <p:cNvPr id="13" name="Conector hoja"/>
          <p:cNvCxnSpPr/>
          <p:nvPr/>
        </p:nvCxnSpPr>
        <p:spPr>
          <a:xfrm>
            <a:off x="4610100" y="39624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4" name="Hoja 2"/>
          <p:cNvSpPr/>
          <p:nvPr/>
        </p:nvSpPr>
        <p:spPr>
          <a:xfrm>
            <a:off x="3403600" y="4318000"/>
            <a:ext cx="2413000" cy="190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{HOJA_2}</a:t>
            </a:r>
          </a:p>
        </p:txBody>
      </p:sp>
      <p:cxnSp>
        <p:nvCxnSpPr>
          <p:cNvPr id="15" name="Conector rama 2"/>
          <p:cNvCxnSpPr/>
          <p:nvPr/>
        </p:nvCxnSpPr>
        <p:spPr>
          <a:xfrm>
            <a:off x="8915400" y="2489200"/>
            <a:ext cx="0" cy="304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6" name="Rama 2"/>
          <p:cNvSpPr/>
          <p:nvPr/>
        </p:nvSpPr>
        <p:spPr>
          <a:xfrm>
            <a:off x="7010400" y="2794000"/>
            <a:ext cx="3810000" cy="812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{RAMA_2}</a:t>
            </a:r>
          </a:p>
        </p:txBody>
      </p:sp>
      <p:cxnSp>
        <p:nvCxnSpPr>
          <p:cNvPr id="17" name="Conector hojas 2"/>
          <p:cNvCxnSpPr/>
          <p:nvPr/>
        </p:nvCxnSpPr>
        <p:spPr>
          <a:xfrm>
            <a:off x="8915400" y="36068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8" name="Conector horizontal hojas 2"/>
          <p:cNvCxnSpPr/>
          <p:nvPr/>
        </p:nvCxnSpPr>
        <p:spPr>
          <a:xfrm>
            <a:off x="7581900" y="3962400"/>
            <a:ext cx="26670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9" name="Conector hoja"/>
          <p:cNvCxnSpPr/>
          <p:nvPr/>
        </p:nvCxnSpPr>
        <p:spPr>
          <a:xfrm>
            <a:off x="7581900" y="39624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20" name="Hoja 3"/>
          <p:cNvSpPr/>
          <p:nvPr/>
        </p:nvSpPr>
        <p:spPr>
          <a:xfrm>
            <a:off x="6375400" y="4318000"/>
            <a:ext cx="2413000" cy="190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{HOJA_3}</a:t>
            </a:r>
          </a:p>
        </p:txBody>
      </p:sp>
      <p:cxnSp>
        <p:nvCxnSpPr>
          <p:cNvPr id="21" name="Conector hoja"/>
          <p:cNvCxnSpPr/>
          <p:nvPr/>
        </p:nvCxnSpPr>
        <p:spPr>
          <a:xfrm>
            <a:off x="10248900" y="3962400"/>
            <a:ext cx="0" cy="3556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22" name="Hoja 4"/>
          <p:cNvSpPr/>
          <p:nvPr/>
        </p:nvSpPr>
        <p:spPr>
          <a:xfrm>
            <a:off x="9042400" y="4318000"/>
            <a:ext cx="2413000" cy="190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{HOJA_4}</a:t>
            </a:r>
          </a:p>
        </p:txBody>
      </p:sp>
    </p:spTree>
    <p:extLst>
      <p:ext uri="{BB962C8B-B14F-4D97-AF65-F5344CB8AC3E}">
        <p14:creationId xmlns:p14="http://schemas.microsoft.com/office/powerpoint/2010/main" val="42624701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entro"/>
          <p:cNvSpPr/>
          <p:nvPr/>
        </p:nvSpPr>
        <p:spPr>
          <a:xfrm>
            <a:off x="4445000" y="3251200"/>
            <a:ext cx="3302000" cy="1143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{CENTRO}</a:t>
            </a:r>
          </a:p>
        </p:txBody>
      </p:sp>
      <p:sp>
        <p:nvSpPr>
          <p:cNvPr id="5" name="Concepto 1"/>
          <p:cNvSpPr/>
          <p:nvPr/>
        </p:nvSpPr>
        <p:spPr>
          <a:xfrm>
            <a:off x="736600" y="1422400"/>
            <a:ext cx="3810000" cy="1397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{CONCEPTO_1}</a:t>
            </a:r>
          </a:p>
        </p:txBody>
      </p:sp>
      <p:sp>
        <p:nvSpPr>
          <p:cNvPr id="6" name="Concepto 2"/>
          <p:cNvSpPr/>
          <p:nvPr/>
        </p:nvSpPr>
        <p:spPr>
          <a:xfrm>
            <a:off x="7645400" y="1422400"/>
            <a:ext cx="3810000" cy="1397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{CONCEPTO_2}</a:t>
            </a:r>
          </a:p>
        </p:txBody>
      </p:sp>
      <p:sp>
        <p:nvSpPr>
          <p:cNvPr id="7" name="Concepto 3"/>
          <p:cNvSpPr/>
          <p:nvPr/>
        </p:nvSpPr>
        <p:spPr>
          <a:xfrm>
            <a:off x="736600" y="4826000"/>
            <a:ext cx="3810000" cy="1397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{CONCEPTO_3}</a:t>
            </a:r>
          </a:p>
        </p:txBody>
      </p:sp>
      <p:sp>
        <p:nvSpPr>
          <p:cNvPr id="8" name="Concepto 4"/>
          <p:cNvSpPr/>
          <p:nvPr/>
        </p:nvSpPr>
        <p:spPr>
          <a:xfrm>
            <a:off x="7645400" y="4826000"/>
            <a:ext cx="3810000" cy="1397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{CONCEPTO_4}</a:t>
            </a:r>
          </a:p>
        </p:txBody>
      </p:sp>
      <p:cxnSp>
        <p:nvCxnSpPr>
          <p:cNvPr id="9" name="Vínculo 1"/>
          <p:cNvCxnSpPr/>
          <p:nvPr/>
        </p:nvCxnSpPr>
        <p:spPr>
          <a:xfrm>
            <a:off x="4191000" y="2819400"/>
            <a:ext cx="1016000" cy="431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0" name="Vínculo 2"/>
          <p:cNvCxnSpPr/>
          <p:nvPr/>
        </p:nvCxnSpPr>
        <p:spPr>
          <a:xfrm flipH="1">
            <a:off x="6985000" y="2819400"/>
            <a:ext cx="1016000" cy="431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1" name="Vínculo 3"/>
          <p:cNvCxnSpPr/>
          <p:nvPr/>
        </p:nvCxnSpPr>
        <p:spPr>
          <a:xfrm flipV="1">
            <a:off x="4191000" y="4394200"/>
            <a:ext cx="1016000" cy="431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12" name="Vínculo 4"/>
          <p:cNvCxnSpPr/>
          <p:nvPr/>
        </p:nvCxnSpPr>
        <p:spPr>
          <a:xfrm flipH="1" flipV="1">
            <a:off x="6985000" y="4394200"/>
            <a:ext cx="1016000" cy="4318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</p:spTree>
    <p:extLst>
      <p:ext uri="{BB962C8B-B14F-4D97-AF65-F5344CB8AC3E}">
        <p14:creationId xmlns:p14="http://schemas.microsoft.com/office/powerpoint/2010/main" val="340883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aíz"/>
          <p:cNvSpPr/>
          <p:nvPr/>
        </p:nvSpPr>
        <p:spPr>
          <a:xfrm>
            <a:off x="736600" y="3124200"/>
            <a:ext cx="2921000" cy="139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{RAIZ}</a:t>
            </a:r>
          </a:p>
        </p:txBody>
      </p:sp>
      <p:cxnSp>
        <p:nvCxnSpPr>
          <p:cNvPr id="5" name="Conector raíz"/>
          <p:cNvCxnSpPr/>
          <p:nvPr/>
        </p:nvCxnSpPr>
        <p:spPr>
          <a:xfrm>
            <a:off x="3657600" y="3822700"/>
            <a:ext cx="5842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6" name="Conector vertical"/>
          <p:cNvCxnSpPr/>
          <p:nvPr/>
        </p:nvCxnSpPr>
        <p:spPr>
          <a:xfrm>
            <a:off x="4241800" y="2108200"/>
            <a:ext cx="0" cy="342900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7" name="Conector 1"/>
          <p:cNvCxnSpPr/>
          <p:nvPr/>
        </p:nvCxnSpPr>
        <p:spPr>
          <a:xfrm>
            <a:off x="4241800" y="2108200"/>
            <a:ext cx="5842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8" name="Conector 2"/>
          <p:cNvCxnSpPr/>
          <p:nvPr/>
        </p:nvCxnSpPr>
        <p:spPr>
          <a:xfrm>
            <a:off x="4241800" y="3822700"/>
            <a:ext cx="5842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cxnSp>
        <p:nvCxnSpPr>
          <p:cNvPr id="9" name="Conector 3"/>
          <p:cNvCxnSpPr/>
          <p:nvPr/>
        </p:nvCxnSpPr>
        <p:spPr>
          <a:xfrm>
            <a:off x="4241800" y="5537200"/>
            <a:ext cx="5842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0" name="Rama 1"/>
          <p:cNvSpPr/>
          <p:nvPr/>
        </p:nvSpPr>
        <p:spPr>
          <a:xfrm>
            <a:off x="4826000" y="1422400"/>
            <a:ext cx="6629400" cy="1371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{RAMA_1}</a:t>
            </a:r>
          </a:p>
        </p:txBody>
      </p:sp>
      <p:sp>
        <p:nvSpPr>
          <p:cNvPr id="11" name="Rama 2"/>
          <p:cNvSpPr/>
          <p:nvPr/>
        </p:nvSpPr>
        <p:spPr>
          <a:xfrm>
            <a:off x="4826000" y="3136900"/>
            <a:ext cx="6629400" cy="1371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{RAMA_2}</a:t>
            </a:r>
          </a:p>
        </p:txBody>
      </p:sp>
      <p:sp>
        <p:nvSpPr>
          <p:cNvPr id="12" name="Rama 3"/>
          <p:cNvSpPr/>
          <p:nvPr/>
        </p:nvSpPr>
        <p:spPr>
          <a:xfrm>
            <a:off x="4826000" y="4851400"/>
            <a:ext cx="6629400" cy="1371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{RAMA_3}</a:t>
            </a:r>
          </a:p>
        </p:txBody>
      </p:sp>
    </p:spTree>
    <p:extLst>
      <p:ext uri="{BB962C8B-B14F-4D97-AF65-F5344CB8AC3E}">
        <p14:creationId xmlns:p14="http://schemas.microsoft.com/office/powerpoint/2010/main" val="24477981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736600" y="1422400"/>
          <a:ext cx="10718800" cy="4724400"/>
        </p:xfrm>
        <a:graphic>
          <a:graphicData uri="http://schemas.openxmlformats.org/drawingml/2006/table">
            <a:tbl>
              <a:tblPr firstRow="1"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{CELDA_1_1}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{CELDA_2_1}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{CELDA_3_1}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{CELDA_4_1}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{CELDA_5_1}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{CELDA_5_2}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6962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736600" y="1422400"/>
          <a:ext cx="10718800" cy="4724400"/>
        </p:xfrm>
        <a:graphic>
          <a:graphicData uri="http://schemas.openxmlformats.org/drawingml/2006/table">
            <a:tbl>
              <a:tblPr firstRow="1"/>
              <a:tblGrid>
                <a:gridCol w="267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{CELDA_1_1}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{CELDA_1_2}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{CELDA_1_3}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{CELDA_1_4}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{CELDA_2_1}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{CELDA_2_2}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{CELDA_2_3}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{CELDA_2_4}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{CELDA_3_1}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{CELDA_3_2}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{CELDA_3_3}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{CELDA_3_4}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{CELDA_4_1}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{CELDA_4_2}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{CELDA_4_3}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{CELDA_4_4}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81195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736600" y="1422400"/>
          <a:ext cx="10718800" cy="4318000"/>
        </p:xfrm>
        <a:graphic>
          <a:graphicData uri="http://schemas.openxmlformats.org/drawingml/2006/table">
            <a:tbl>
              <a:tblPr firstRow="1"/>
              <a:tblGrid>
                <a:gridCol w="271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{CABECERA_4}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{CELDA_1_1}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{CELDA_1_2}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{CELDA_1_3}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{CELDA_1_4}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{CELDA_2_1}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{CELDA_2_2}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{CELDA_2_3}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{CELDA_2_4}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b="1" dirty="0">
                          <a:solidFill>
                            <a:schemeClr val="bg1"/>
                          </a:solidFill>
                        </a:rPr>
                        <a:t>{CELDA_3_1}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{CELDA_3_2}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{CELDA_3_3}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600" dirty="0">
                          <a:solidFill>
                            <a:schemeClr val="bg1"/>
                          </a:solidFill>
                        </a:rPr>
                        <a:t>{CELDA_3_4}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0331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736600" y="1422400"/>
          <a:ext cx="10718800" cy="4724400"/>
        </p:xfrm>
        <a:graphic>
          <a:graphicData uri="http://schemas.openxmlformats.org/drawingml/2006/table">
            <a:tbl>
              <a:tblPr firstRow="1"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3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{CELDA_1_1}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{CELDA_2_1}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{CELDA_3_1}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{CELDA_4_1}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{CELDA_5_1}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{CELDA_5_2}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{CELDA_5_3}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05142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graphicFrame>
        <p:nvGraphicFramePr>
          <p:cNvPr id="4" name="Tabla"/>
          <p:cNvGraphicFramePr>
            <a:graphicFrameLocks noGrp="1"/>
          </p:cNvGraphicFramePr>
          <p:nvPr/>
        </p:nvGraphicFramePr>
        <p:xfrm>
          <a:off x="736600" y="1422400"/>
          <a:ext cx="10718800" cy="4724400"/>
        </p:xfrm>
        <a:graphic>
          <a:graphicData uri="http://schemas.openxmlformats.org/drawingml/2006/table">
            <a:tbl>
              <a:tblPr firstRow="1"/>
              <a:tblGrid>
                <a:gridCol w="309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{CABECERA_3}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chemeClr val="bg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{CELDA_1_1}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{CELDA_1_3}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{CELDA_2_1}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{CELDA_2_3}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{CELDA_3_1}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{CELDA_3_3}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chemeClr val="accent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b="1" dirty="0">
                          <a:solidFill>
                            <a:schemeClr val="bg1"/>
                          </a:solidFill>
                        </a:rPr>
                        <a:t>{CELDA_4_1}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{CELDA_4_2}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s-CL" sz="1800" dirty="0">
                          <a:solidFill>
                            <a:schemeClr val="bg1"/>
                          </a:solidFill>
                        </a:rPr>
                        <a:t>{CELDA_4_3}</a:t>
                      </a:r>
                    </a:p>
                  </a:txBody>
                  <a:tcPr marL="101600" marR="101600" marT="50800" marB="508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54037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Antes"/>
          <p:cNvSpPr/>
          <p:nvPr/>
        </p:nvSpPr>
        <p:spPr>
          <a:xfrm>
            <a:off x="736600" y="1422400"/>
            <a:ext cx="48768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77800" rIns="254000" bIns="177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{ANTES}</a:t>
            </a:r>
          </a:p>
        </p:txBody>
      </p:sp>
      <p:sp>
        <p:nvSpPr>
          <p:cNvPr id="5" name="Después"/>
          <p:cNvSpPr/>
          <p:nvPr/>
        </p:nvSpPr>
        <p:spPr>
          <a:xfrm>
            <a:off x="6578600" y="1422400"/>
            <a:ext cx="4876800" cy="4800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54000" tIns="177800" rIns="254000" bIns="177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{DESPUES}</a:t>
            </a:r>
          </a:p>
        </p:txBody>
      </p:sp>
      <p:cxnSp>
        <p:nvCxnSpPr>
          <p:cNvPr id="6" name="Flecha"/>
          <p:cNvCxnSpPr/>
          <p:nvPr/>
        </p:nvCxnSpPr>
        <p:spPr>
          <a:xfrm>
            <a:off x="5715000" y="3822700"/>
            <a:ext cx="762000" cy="0"/>
          </a:xfrm>
          <a:prstGeom prst="line">
            <a:avLst/>
          </a:prstGeom>
          <a:ln w="38100">
            <a:solidFill>
              <a:schemeClr val="bg1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9921860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Ventajas título"/>
          <p:cNvSpPr/>
          <p:nvPr/>
        </p:nvSpPr>
        <p:spPr>
          <a:xfrm>
            <a:off x="736600" y="1422400"/>
            <a:ext cx="5105400" cy="812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{VENTAJAS_TITULO}</a:t>
            </a:r>
          </a:p>
        </p:txBody>
      </p:sp>
      <p:sp>
        <p:nvSpPr>
          <p:cNvPr id="5" name="Ventajas"/>
          <p:cNvSpPr txBox="1"/>
          <p:nvPr/>
        </p:nvSpPr>
        <p:spPr>
          <a:xfrm>
            <a:off x="736600" y="2438400"/>
            <a:ext cx="5105400" cy="3784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8"/>
              </a:spcBef>
              <a:buFont typeface="Arial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{VENTAJAS}</a:t>
            </a:r>
          </a:p>
        </p:txBody>
      </p:sp>
      <p:sp>
        <p:nvSpPr>
          <p:cNvPr id="6" name="Límites título"/>
          <p:cNvSpPr/>
          <p:nvPr/>
        </p:nvSpPr>
        <p:spPr>
          <a:xfrm>
            <a:off x="6350000" y="1422400"/>
            <a:ext cx="5105400" cy="81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{LIMITES_TITULO}</a:t>
            </a:r>
          </a:p>
        </p:txBody>
      </p:sp>
      <p:sp>
        <p:nvSpPr>
          <p:cNvPr id="7" name="Límites"/>
          <p:cNvSpPr txBox="1"/>
          <p:nvPr/>
        </p:nvSpPr>
        <p:spPr>
          <a:xfrm>
            <a:off x="6350000" y="2438400"/>
            <a:ext cx="5105400" cy="3784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7620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8"/>
              </a:spcBef>
              <a:buFont typeface="Arial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{LIMITES}</a:t>
            </a:r>
          </a:p>
        </p:txBody>
      </p:sp>
    </p:spTree>
    <p:extLst>
      <p:ext uri="{BB962C8B-B14F-4D97-AF65-F5344CB8AC3E}">
        <p14:creationId xmlns:p14="http://schemas.microsoft.com/office/powerpoint/2010/main" val="38142128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Mito"/>
          <p:cNvSpPr/>
          <p:nvPr/>
        </p:nvSpPr>
        <p:spPr>
          <a:xfrm>
            <a:off x="736600" y="1422400"/>
            <a:ext cx="5232400" cy="4800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304800" tIns="203200" rIns="304800" bIns="2032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{MITO}</a:t>
            </a:r>
          </a:p>
        </p:txBody>
      </p:sp>
      <p:sp>
        <p:nvSpPr>
          <p:cNvPr id="5" name="Realidad"/>
          <p:cNvSpPr/>
          <p:nvPr/>
        </p:nvSpPr>
        <p:spPr>
          <a:xfrm>
            <a:off x="6223000" y="1422400"/>
            <a:ext cx="5232400" cy="4800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304800" tIns="203200" rIns="304800" bIns="2032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tx1"/>
                </a:solidFill>
              </a:rPr>
              <a:t>{REALIDAD}</a:t>
            </a:r>
          </a:p>
        </p:txBody>
      </p:sp>
    </p:spTree>
    <p:extLst>
      <p:ext uri="{BB962C8B-B14F-4D97-AF65-F5344CB8AC3E}">
        <p14:creationId xmlns:p14="http://schemas.microsoft.com/office/powerpoint/2010/main" val="28852649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Barra"/>
          <p:cNvSpPr/>
          <p:nvPr/>
        </p:nvSpPr>
        <p:spPr>
          <a:xfrm>
            <a:off x="736600" y="1574800"/>
            <a:ext cx="76200" cy="337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Cita"/>
          <p:cNvSpPr txBox="1"/>
          <p:nvPr/>
        </p:nvSpPr>
        <p:spPr>
          <a:xfrm>
            <a:off x="1092200" y="1422400"/>
            <a:ext cx="10363200" cy="368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3200" dirty="0">
                <a:solidFill>
                  <a:schemeClr val="bg1"/>
                </a:solidFill>
              </a:rPr>
              <a:t>{CITA}</a:t>
            </a:r>
          </a:p>
        </p:txBody>
      </p:sp>
      <p:cxnSp>
        <p:nvCxnSpPr>
          <p:cNvPr id="6" name="Separador"/>
          <p:cNvCxnSpPr/>
          <p:nvPr/>
        </p:nvCxnSpPr>
        <p:spPr>
          <a:xfrm>
            <a:off x="825500" y="5207000"/>
            <a:ext cx="106299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7" name="Autor"/>
          <p:cNvSpPr txBox="1"/>
          <p:nvPr/>
        </p:nvSpPr>
        <p:spPr>
          <a:xfrm>
            <a:off x="736600" y="5334000"/>
            <a:ext cx="10718800" cy="88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2"/>
                </a:solidFill>
              </a:rPr>
              <a:t>{AUTOR}</a:t>
            </a:r>
          </a:p>
        </p:txBody>
      </p:sp>
    </p:spTree>
    <p:extLst>
      <p:ext uri="{BB962C8B-B14F-4D97-AF65-F5344CB8AC3E}">
        <p14:creationId xmlns:p14="http://schemas.microsoft.com/office/powerpoint/2010/main" val="4879541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olumna izquierda"/>
          <p:cNvSpPr txBox="1"/>
          <p:nvPr/>
        </p:nvSpPr>
        <p:spPr>
          <a:xfrm>
            <a:off x="736600" y="1422400"/>
            <a:ext cx="51308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{COLUMNA_IZQ}</a:t>
            </a:r>
          </a:p>
        </p:txBody>
      </p:sp>
      <p:cxnSp>
        <p:nvCxnSpPr>
          <p:cNvPr id="5" name="Separador"/>
          <p:cNvCxnSpPr/>
          <p:nvPr/>
        </p:nvCxnSpPr>
        <p:spPr>
          <a:xfrm>
            <a:off x="6096000" y="1574800"/>
            <a:ext cx="0" cy="449580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Columna derecha"/>
          <p:cNvSpPr txBox="1"/>
          <p:nvPr/>
        </p:nvSpPr>
        <p:spPr>
          <a:xfrm>
            <a:off x="6324600" y="1422400"/>
            <a:ext cx="51308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{COLUMNA_DER}</a:t>
            </a:r>
          </a:p>
        </p:txBody>
      </p:sp>
    </p:spTree>
    <p:extLst>
      <p:ext uri="{BB962C8B-B14F-4D97-AF65-F5344CB8AC3E}">
        <p14:creationId xmlns:p14="http://schemas.microsoft.com/office/powerpoint/2010/main" val="19831343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Idea 1"/>
          <p:cNvSpPr/>
          <p:nvPr/>
        </p:nvSpPr>
        <p:spPr>
          <a:xfrm>
            <a:off x="736600" y="1422400"/>
            <a:ext cx="3429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77800" rIns="254000" bIns="177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{IDEA_1}</a:t>
            </a:r>
          </a:p>
        </p:txBody>
      </p:sp>
      <p:sp>
        <p:nvSpPr>
          <p:cNvPr id="5" name="Idea 2"/>
          <p:cNvSpPr/>
          <p:nvPr/>
        </p:nvSpPr>
        <p:spPr>
          <a:xfrm>
            <a:off x="4381500" y="1422400"/>
            <a:ext cx="3429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77800" rIns="254000" bIns="177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{IDEA_2}</a:t>
            </a:r>
          </a:p>
        </p:txBody>
      </p:sp>
      <p:sp>
        <p:nvSpPr>
          <p:cNvPr id="6" name="Idea 3"/>
          <p:cNvSpPr/>
          <p:nvPr/>
        </p:nvSpPr>
        <p:spPr>
          <a:xfrm>
            <a:off x="8026400" y="1422400"/>
            <a:ext cx="3429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77800" rIns="254000" bIns="177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{IDEA_3}</a:t>
            </a:r>
          </a:p>
        </p:txBody>
      </p:sp>
    </p:spTree>
    <p:extLst>
      <p:ext uri="{BB962C8B-B14F-4D97-AF65-F5344CB8AC3E}">
        <p14:creationId xmlns:p14="http://schemas.microsoft.com/office/powerpoint/2010/main" val="32317329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Objetivo"/>
          <p:cNvSpPr txBox="1"/>
          <p:nvPr/>
        </p:nvSpPr>
        <p:spPr>
          <a:xfrm>
            <a:off x="736600" y="1422400"/>
            <a:ext cx="10718800" cy="215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800" b="1" dirty="0">
                <a:solidFill>
                  <a:schemeClr val="bg1"/>
                </a:solidFill>
              </a:rPr>
              <a:t>{OBJETIVO}</a:t>
            </a:r>
          </a:p>
        </p:txBody>
      </p:sp>
      <p:cxnSp>
        <p:nvCxnSpPr>
          <p:cNvPr id="5" name="Separador"/>
          <p:cNvCxnSpPr/>
          <p:nvPr/>
        </p:nvCxnSpPr>
        <p:spPr>
          <a:xfrm>
            <a:off x="736600" y="37592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Indicadores"/>
          <p:cNvSpPr txBox="1"/>
          <p:nvPr/>
        </p:nvSpPr>
        <p:spPr>
          <a:xfrm>
            <a:off x="736600" y="3937000"/>
            <a:ext cx="10718800" cy="228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6"/>
              </a:spcBef>
              <a:buFont typeface="Arial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{INDICADORES}</a:t>
            </a:r>
          </a:p>
        </p:txBody>
      </p:sp>
    </p:spTree>
    <p:extLst>
      <p:ext uri="{BB962C8B-B14F-4D97-AF65-F5344CB8AC3E}">
        <p14:creationId xmlns:p14="http://schemas.microsoft.com/office/powerpoint/2010/main" val="23486518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Hora 1"/>
          <p:cNvSpPr/>
          <p:nvPr/>
        </p:nvSpPr>
        <p:spPr>
          <a:xfrm>
            <a:off x="736600" y="1422400"/>
            <a:ext cx="2413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{HORA_1}</a:t>
            </a:r>
          </a:p>
        </p:txBody>
      </p:sp>
      <p:sp>
        <p:nvSpPr>
          <p:cNvPr id="5" name="Bloque 1"/>
          <p:cNvSpPr/>
          <p:nvPr/>
        </p:nvSpPr>
        <p:spPr>
          <a:xfrm>
            <a:off x="3302000" y="1422400"/>
            <a:ext cx="81534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{BLOQUE_1}</a:t>
            </a:r>
          </a:p>
        </p:txBody>
      </p:sp>
      <p:sp>
        <p:nvSpPr>
          <p:cNvPr id="6" name="Hora 2"/>
          <p:cNvSpPr/>
          <p:nvPr/>
        </p:nvSpPr>
        <p:spPr>
          <a:xfrm>
            <a:off x="736600" y="2622550"/>
            <a:ext cx="2413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{HORA_2}</a:t>
            </a:r>
          </a:p>
        </p:txBody>
      </p:sp>
      <p:sp>
        <p:nvSpPr>
          <p:cNvPr id="7" name="Bloque 2"/>
          <p:cNvSpPr/>
          <p:nvPr/>
        </p:nvSpPr>
        <p:spPr>
          <a:xfrm>
            <a:off x="3302000" y="2622550"/>
            <a:ext cx="81534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{BLOQUE_2}</a:t>
            </a:r>
          </a:p>
        </p:txBody>
      </p:sp>
      <p:sp>
        <p:nvSpPr>
          <p:cNvPr id="8" name="Hora 3"/>
          <p:cNvSpPr/>
          <p:nvPr/>
        </p:nvSpPr>
        <p:spPr>
          <a:xfrm>
            <a:off x="736600" y="3822700"/>
            <a:ext cx="2413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{HORA_3}</a:t>
            </a:r>
          </a:p>
        </p:txBody>
      </p:sp>
      <p:sp>
        <p:nvSpPr>
          <p:cNvPr id="9" name="Bloque 3"/>
          <p:cNvSpPr/>
          <p:nvPr/>
        </p:nvSpPr>
        <p:spPr>
          <a:xfrm>
            <a:off x="3302000" y="3822700"/>
            <a:ext cx="81534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{BLOQUE_3}</a:t>
            </a:r>
          </a:p>
        </p:txBody>
      </p:sp>
      <p:sp>
        <p:nvSpPr>
          <p:cNvPr id="10" name="Hora 4"/>
          <p:cNvSpPr/>
          <p:nvPr/>
        </p:nvSpPr>
        <p:spPr>
          <a:xfrm>
            <a:off x="736600" y="5022850"/>
            <a:ext cx="2413000" cy="104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{HORA_4}</a:t>
            </a:r>
          </a:p>
        </p:txBody>
      </p:sp>
      <p:sp>
        <p:nvSpPr>
          <p:cNvPr id="11" name="Bloque 4"/>
          <p:cNvSpPr/>
          <p:nvPr/>
        </p:nvSpPr>
        <p:spPr>
          <a:xfrm>
            <a:off x="3302000" y="5022850"/>
            <a:ext cx="8153400" cy="1041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{BLOQUE_4}</a:t>
            </a:r>
          </a:p>
        </p:txBody>
      </p:sp>
    </p:spTree>
    <p:extLst>
      <p:ext uri="{BB962C8B-B14F-4D97-AF65-F5344CB8AC3E}">
        <p14:creationId xmlns:p14="http://schemas.microsoft.com/office/powerpoint/2010/main" val="10768858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ontexto"/>
          <p:cNvSpPr/>
          <p:nvPr/>
        </p:nvSpPr>
        <p:spPr>
          <a:xfrm>
            <a:off x="736600" y="1422400"/>
            <a:ext cx="10718800" cy="3175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77800" rIns="254000" bIns="177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{CONTEXTO}</a:t>
            </a:r>
          </a:p>
        </p:txBody>
      </p:sp>
      <p:sp>
        <p:nvSpPr>
          <p:cNvPr id="5" name="Pregunta guía"/>
          <p:cNvSpPr/>
          <p:nvPr/>
        </p:nvSpPr>
        <p:spPr>
          <a:xfrm>
            <a:off x="736600" y="4800600"/>
            <a:ext cx="10718800" cy="1422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54000" tIns="127000" rIns="254000" bIns="1270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</a:rPr>
              <a:t>{PREGUNTA_GUIA}</a:t>
            </a:r>
          </a:p>
        </p:txBody>
      </p:sp>
    </p:spTree>
    <p:extLst>
      <p:ext uri="{BB962C8B-B14F-4D97-AF65-F5344CB8AC3E}">
        <p14:creationId xmlns:p14="http://schemas.microsoft.com/office/powerpoint/2010/main" val="1441183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ol 1"/>
          <p:cNvSpPr/>
          <p:nvPr/>
        </p:nvSpPr>
        <p:spPr>
          <a:xfrm>
            <a:off x="736600" y="1422400"/>
            <a:ext cx="1778000" cy="2324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{ROL_1}</a:t>
            </a:r>
          </a:p>
        </p:txBody>
      </p:sp>
      <p:sp>
        <p:nvSpPr>
          <p:cNvPr id="5" name="Función 1"/>
          <p:cNvSpPr/>
          <p:nvPr/>
        </p:nvSpPr>
        <p:spPr>
          <a:xfrm>
            <a:off x="2616200" y="1422400"/>
            <a:ext cx="33782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{FUNCION_1}</a:t>
            </a:r>
          </a:p>
        </p:txBody>
      </p:sp>
      <p:sp>
        <p:nvSpPr>
          <p:cNvPr id="6" name="Rol 2"/>
          <p:cNvSpPr/>
          <p:nvPr/>
        </p:nvSpPr>
        <p:spPr>
          <a:xfrm>
            <a:off x="6197600" y="1422400"/>
            <a:ext cx="1778000" cy="2324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{ROL_2}</a:t>
            </a:r>
          </a:p>
        </p:txBody>
      </p:sp>
      <p:sp>
        <p:nvSpPr>
          <p:cNvPr id="7" name="Función 2"/>
          <p:cNvSpPr/>
          <p:nvPr/>
        </p:nvSpPr>
        <p:spPr>
          <a:xfrm>
            <a:off x="8077200" y="1422400"/>
            <a:ext cx="33782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{FUNCION_2}</a:t>
            </a:r>
          </a:p>
        </p:txBody>
      </p:sp>
      <p:sp>
        <p:nvSpPr>
          <p:cNvPr id="8" name="Rol 3"/>
          <p:cNvSpPr/>
          <p:nvPr/>
        </p:nvSpPr>
        <p:spPr>
          <a:xfrm>
            <a:off x="736600" y="3898900"/>
            <a:ext cx="1778000" cy="2324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{ROL_3}</a:t>
            </a:r>
          </a:p>
        </p:txBody>
      </p:sp>
      <p:sp>
        <p:nvSpPr>
          <p:cNvPr id="9" name="Función 3"/>
          <p:cNvSpPr/>
          <p:nvPr/>
        </p:nvSpPr>
        <p:spPr>
          <a:xfrm>
            <a:off x="2616200" y="3898900"/>
            <a:ext cx="33782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{FUNCION_3}</a:t>
            </a:r>
          </a:p>
        </p:txBody>
      </p:sp>
      <p:sp>
        <p:nvSpPr>
          <p:cNvPr id="10" name="Rol 4"/>
          <p:cNvSpPr/>
          <p:nvPr/>
        </p:nvSpPr>
        <p:spPr>
          <a:xfrm>
            <a:off x="6197600" y="3898900"/>
            <a:ext cx="1778000" cy="2324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{ROL_4}</a:t>
            </a:r>
          </a:p>
        </p:txBody>
      </p:sp>
      <p:sp>
        <p:nvSpPr>
          <p:cNvPr id="11" name="Función 4"/>
          <p:cNvSpPr/>
          <p:nvPr/>
        </p:nvSpPr>
        <p:spPr>
          <a:xfrm>
            <a:off x="8077200" y="3898900"/>
            <a:ext cx="33782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{FUNCION_4}</a:t>
            </a:r>
          </a:p>
        </p:txBody>
      </p:sp>
    </p:spTree>
    <p:extLst>
      <p:ext uri="{BB962C8B-B14F-4D97-AF65-F5344CB8AC3E}">
        <p14:creationId xmlns:p14="http://schemas.microsoft.com/office/powerpoint/2010/main" val="31459063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Fecha de entrega"/>
          <p:cNvSpPr/>
          <p:nvPr/>
        </p:nvSpPr>
        <p:spPr>
          <a:xfrm>
            <a:off x="736600" y="1422400"/>
            <a:ext cx="10718800" cy="127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</a:rPr>
              <a:t>{FECHA_ENTREGA}</a:t>
            </a:r>
          </a:p>
        </p:txBody>
      </p:sp>
      <p:sp>
        <p:nvSpPr>
          <p:cNvPr id="5" name="Tarea"/>
          <p:cNvSpPr txBox="1"/>
          <p:nvPr/>
        </p:nvSpPr>
        <p:spPr>
          <a:xfrm>
            <a:off x="736600" y="2895600"/>
            <a:ext cx="10718800" cy="185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{TAREA}</a:t>
            </a:r>
          </a:p>
        </p:txBody>
      </p:sp>
      <p:sp>
        <p:nvSpPr>
          <p:cNvPr id="6" name="Materiales"/>
          <p:cNvSpPr/>
          <p:nvPr/>
        </p:nvSpPr>
        <p:spPr>
          <a:xfrm>
            <a:off x="736600" y="4927600"/>
            <a:ext cx="10718800" cy="1295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27000" rIns="254000" bIns="1270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{MATERIALES}</a:t>
            </a:r>
          </a:p>
        </p:txBody>
      </p:sp>
    </p:spTree>
    <p:extLst>
      <p:ext uri="{BB962C8B-B14F-4D97-AF65-F5344CB8AC3E}">
        <p14:creationId xmlns:p14="http://schemas.microsoft.com/office/powerpoint/2010/main" val="17893031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Tipo"/>
          <p:cNvSpPr/>
          <p:nvPr/>
        </p:nvSpPr>
        <p:spPr>
          <a:xfrm>
            <a:off x="736600" y="1422400"/>
            <a:ext cx="3429000" cy="1397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b="1" dirty="0">
                <a:solidFill>
                  <a:schemeClr val="bg1"/>
                </a:solidFill>
              </a:rPr>
              <a:t>{TIPO}</a:t>
            </a:r>
          </a:p>
        </p:txBody>
      </p:sp>
      <p:sp>
        <p:nvSpPr>
          <p:cNvPr id="5" name="Ponderación"/>
          <p:cNvSpPr/>
          <p:nvPr/>
        </p:nvSpPr>
        <p:spPr>
          <a:xfrm>
            <a:off x="4381500" y="1422400"/>
            <a:ext cx="3429000" cy="1397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b="1" dirty="0">
                <a:solidFill>
                  <a:schemeClr val="bg1"/>
                </a:solidFill>
              </a:rPr>
              <a:t>{PONDERACION}</a:t>
            </a:r>
          </a:p>
        </p:txBody>
      </p:sp>
      <p:sp>
        <p:nvSpPr>
          <p:cNvPr id="6" name="Fecha"/>
          <p:cNvSpPr/>
          <p:nvPr/>
        </p:nvSpPr>
        <p:spPr>
          <a:xfrm>
            <a:off x="8026400" y="1422400"/>
            <a:ext cx="3429000" cy="1397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b="1" dirty="0">
                <a:solidFill>
                  <a:schemeClr val="bg1"/>
                </a:solidFill>
              </a:rPr>
              <a:t>{FECHA}</a:t>
            </a:r>
          </a:p>
        </p:txBody>
      </p:sp>
      <p:sp>
        <p:nvSpPr>
          <p:cNvPr id="7" name="Criterios"/>
          <p:cNvSpPr txBox="1"/>
          <p:nvPr/>
        </p:nvSpPr>
        <p:spPr>
          <a:xfrm>
            <a:off x="736600" y="3048000"/>
            <a:ext cx="10718800" cy="3175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8"/>
              </a:spcBef>
              <a:buFont typeface="Arial"/>
              <a:buChar char="•"/>
            </a:pPr>
            <a:r>
              <a:rPr lang="es-CL" sz="2200" dirty="0">
                <a:solidFill>
                  <a:schemeClr val="bg1"/>
                </a:solidFill>
              </a:rPr>
              <a:t>{CRITERIOS}</a:t>
            </a:r>
          </a:p>
        </p:txBody>
      </p:sp>
    </p:spTree>
    <p:extLst>
      <p:ext uri="{BB962C8B-B14F-4D97-AF65-F5344CB8AC3E}">
        <p14:creationId xmlns:p14="http://schemas.microsoft.com/office/powerpoint/2010/main" val="27396712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Referencias"/>
          <p:cNvSpPr txBox="1"/>
          <p:nvPr/>
        </p:nvSpPr>
        <p:spPr>
          <a:xfrm>
            <a:off x="736600" y="1422400"/>
            <a:ext cx="107188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400050" indent="-400050" algn="l">
              <a:lnSpc>
                <a:spcPct val="90000"/>
              </a:lnSpc>
              <a:spcBef>
                <a:spcPts val="10"/>
              </a:spcBef>
              <a:buFont typeface="+mj-lt"/>
              <a:buAutoNum type="arabicPeriod"/>
            </a:pPr>
            <a:r>
              <a:rPr lang="es-CL" sz="1800" dirty="0">
                <a:solidFill>
                  <a:schemeClr val="bg1"/>
                </a:solidFill>
              </a:rPr>
              <a:t>{REFERENCIAS}</a:t>
            </a:r>
          </a:p>
        </p:txBody>
      </p:sp>
    </p:spTree>
    <p:extLst>
      <p:ext uri="{BB962C8B-B14F-4D97-AF65-F5344CB8AC3E}">
        <p14:creationId xmlns:p14="http://schemas.microsoft.com/office/powerpoint/2010/main" val="27843187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Separador 1"/>
          <p:cNvCxnSpPr/>
          <p:nvPr/>
        </p:nvCxnSpPr>
        <p:spPr>
          <a:xfrm>
            <a:off x="736600" y="1422400"/>
            <a:ext cx="5257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5" name="Término 1"/>
          <p:cNvSpPr txBox="1"/>
          <p:nvPr/>
        </p:nvSpPr>
        <p:spPr>
          <a:xfrm>
            <a:off x="736600" y="1498600"/>
            <a:ext cx="525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{TERMINO_1}</a:t>
            </a:r>
          </a:p>
        </p:txBody>
      </p:sp>
      <p:sp>
        <p:nvSpPr>
          <p:cNvPr id="6" name="Significado 1"/>
          <p:cNvSpPr txBox="1"/>
          <p:nvPr/>
        </p:nvSpPr>
        <p:spPr>
          <a:xfrm>
            <a:off x="736600" y="1955800"/>
            <a:ext cx="5257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{SIGNIFICADO_1}</a:t>
            </a:r>
          </a:p>
        </p:txBody>
      </p:sp>
      <p:cxnSp>
        <p:nvCxnSpPr>
          <p:cNvPr id="7" name="Separador 2"/>
          <p:cNvCxnSpPr/>
          <p:nvPr/>
        </p:nvCxnSpPr>
        <p:spPr>
          <a:xfrm>
            <a:off x="6197600" y="1422400"/>
            <a:ext cx="5257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8" name="Término 2"/>
          <p:cNvSpPr txBox="1"/>
          <p:nvPr/>
        </p:nvSpPr>
        <p:spPr>
          <a:xfrm>
            <a:off x="6197600" y="1498600"/>
            <a:ext cx="525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{TERMINO_2}</a:t>
            </a:r>
          </a:p>
        </p:txBody>
      </p:sp>
      <p:sp>
        <p:nvSpPr>
          <p:cNvPr id="9" name="Significado 2"/>
          <p:cNvSpPr txBox="1"/>
          <p:nvPr/>
        </p:nvSpPr>
        <p:spPr>
          <a:xfrm>
            <a:off x="6197600" y="1955800"/>
            <a:ext cx="5257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{SIGNIFICADO_2}</a:t>
            </a:r>
          </a:p>
        </p:txBody>
      </p:sp>
      <p:cxnSp>
        <p:nvCxnSpPr>
          <p:cNvPr id="10" name="Separador 3"/>
          <p:cNvCxnSpPr/>
          <p:nvPr/>
        </p:nvCxnSpPr>
        <p:spPr>
          <a:xfrm>
            <a:off x="736600" y="3022600"/>
            <a:ext cx="5257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11" name="Término 3"/>
          <p:cNvSpPr txBox="1"/>
          <p:nvPr/>
        </p:nvSpPr>
        <p:spPr>
          <a:xfrm>
            <a:off x="736600" y="3098800"/>
            <a:ext cx="525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{TERMINO_3}</a:t>
            </a:r>
          </a:p>
        </p:txBody>
      </p:sp>
      <p:sp>
        <p:nvSpPr>
          <p:cNvPr id="12" name="Significado 3"/>
          <p:cNvSpPr txBox="1"/>
          <p:nvPr/>
        </p:nvSpPr>
        <p:spPr>
          <a:xfrm>
            <a:off x="736600" y="3556000"/>
            <a:ext cx="5257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{SIGNIFICADO_3}</a:t>
            </a:r>
          </a:p>
        </p:txBody>
      </p:sp>
      <p:cxnSp>
        <p:nvCxnSpPr>
          <p:cNvPr id="13" name="Separador 4"/>
          <p:cNvCxnSpPr/>
          <p:nvPr/>
        </p:nvCxnSpPr>
        <p:spPr>
          <a:xfrm>
            <a:off x="6197600" y="3022600"/>
            <a:ext cx="5257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14" name="Término 4"/>
          <p:cNvSpPr txBox="1"/>
          <p:nvPr/>
        </p:nvSpPr>
        <p:spPr>
          <a:xfrm>
            <a:off x="6197600" y="3098800"/>
            <a:ext cx="525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{TERMINO_4}</a:t>
            </a:r>
          </a:p>
        </p:txBody>
      </p:sp>
      <p:sp>
        <p:nvSpPr>
          <p:cNvPr id="15" name="Significado 4"/>
          <p:cNvSpPr txBox="1"/>
          <p:nvPr/>
        </p:nvSpPr>
        <p:spPr>
          <a:xfrm>
            <a:off x="6197600" y="3556000"/>
            <a:ext cx="5257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{SIGNIFICADO_4}</a:t>
            </a:r>
          </a:p>
        </p:txBody>
      </p:sp>
      <p:cxnSp>
        <p:nvCxnSpPr>
          <p:cNvPr id="16" name="Separador 5"/>
          <p:cNvCxnSpPr/>
          <p:nvPr/>
        </p:nvCxnSpPr>
        <p:spPr>
          <a:xfrm>
            <a:off x="736600" y="4622800"/>
            <a:ext cx="5257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17" name="Término 5"/>
          <p:cNvSpPr txBox="1"/>
          <p:nvPr/>
        </p:nvSpPr>
        <p:spPr>
          <a:xfrm>
            <a:off x="736600" y="4699000"/>
            <a:ext cx="525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{TERMINO_5}</a:t>
            </a:r>
          </a:p>
        </p:txBody>
      </p:sp>
      <p:sp>
        <p:nvSpPr>
          <p:cNvPr id="18" name="Significado 5"/>
          <p:cNvSpPr txBox="1"/>
          <p:nvPr/>
        </p:nvSpPr>
        <p:spPr>
          <a:xfrm>
            <a:off x="736600" y="5156200"/>
            <a:ext cx="5257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{SIGNIFICADO_5}</a:t>
            </a:r>
          </a:p>
        </p:txBody>
      </p:sp>
      <p:cxnSp>
        <p:nvCxnSpPr>
          <p:cNvPr id="19" name="Separador 6"/>
          <p:cNvCxnSpPr/>
          <p:nvPr/>
        </p:nvCxnSpPr>
        <p:spPr>
          <a:xfrm>
            <a:off x="6197600" y="4622800"/>
            <a:ext cx="5257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20" name="Término 6"/>
          <p:cNvSpPr txBox="1"/>
          <p:nvPr/>
        </p:nvSpPr>
        <p:spPr>
          <a:xfrm>
            <a:off x="6197600" y="4699000"/>
            <a:ext cx="52578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{TERMINO_6}</a:t>
            </a:r>
          </a:p>
        </p:txBody>
      </p:sp>
      <p:sp>
        <p:nvSpPr>
          <p:cNvPr id="21" name="Significado 6"/>
          <p:cNvSpPr txBox="1"/>
          <p:nvPr/>
        </p:nvSpPr>
        <p:spPr>
          <a:xfrm>
            <a:off x="6197600" y="5156200"/>
            <a:ext cx="5257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{SIGNIFICADO_6}</a:t>
            </a:r>
          </a:p>
        </p:txBody>
      </p:sp>
    </p:spTree>
    <p:extLst>
      <p:ext uri="{BB962C8B-B14F-4D97-AF65-F5344CB8AC3E}">
        <p14:creationId xmlns:p14="http://schemas.microsoft.com/office/powerpoint/2010/main" val="4855982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Enunciado"/>
          <p:cNvSpPr/>
          <p:nvPr/>
        </p:nvSpPr>
        <p:spPr>
          <a:xfrm>
            <a:off x="736600" y="1422400"/>
            <a:ext cx="43180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77800" rIns="203200" bIns="177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{ENUNCIADO}</a:t>
            </a:r>
          </a:p>
        </p:txBody>
      </p:sp>
      <p:sp>
        <p:nvSpPr>
          <p:cNvPr id="5" name="Solución"/>
          <p:cNvSpPr txBox="1"/>
          <p:nvPr/>
        </p:nvSpPr>
        <p:spPr>
          <a:xfrm>
            <a:off x="5257800" y="1422400"/>
            <a:ext cx="6197600" cy="3124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400050" indent="-400050" algn="l">
              <a:lnSpc>
                <a:spcPct val="90000"/>
              </a:lnSpc>
              <a:spcBef>
                <a:spcPts val="6"/>
              </a:spcBef>
              <a:buFont typeface="+mj-lt"/>
              <a:buAutoNum type="arabicPeriod"/>
            </a:pPr>
            <a:r>
              <a:rPr lang="es-CL" sz="2000" dirty="0">
                <a:solidFill>
                  <a:schemeClr val="bg1"/>
                </a:solidFill>
              </a:rPr>
              <a:t>{SOLUCION}</a:t>
            </a:r>
          </a:p>
        </p:txBody>
      </p:sp>
      <p:sp>
        <p:nvSpPr>
          <p:cNvPr id="6" name="Resultado"/>
          <p:cNvSpPr/>
          <p:nvPr/>
        </p:nvSpPr>
        <p:spPr>
          <a:xfrm>
            <a:off x="5257800" y="4724400"/>
            <a:ext cx="6197600" cy="1498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b="1" dirty="0">
                <a:solidFill>
                  <a:schemeClr val="bg1"/>
                </a:solidFill>
              </a:rPr>
              <a:t>{RESULTADO}</a:t>
            </a:r>
          </a:p>
        </p:txBody>
      </p:sp>
    </p:spTree>
    <p:extLst>
      <p:ext uri="{BB962C8B-B14F-4D97-AF65-F5344CB8AC3E}">
        <p14:creationId xmlns:p14="http://schemas.microsoft.com/office/powerpoint/2010/main" val="64273679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Fórmula"/>
          <p:cNvSpPr/>
          <p:nvPr/>
        </p:nvSpPr>
        <p:spPr>
          <a:xfrm>
            <a:off x="736600" y="1422400"/>
            <a:ext cx="10718800" cy="215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4000" b="1" dirty="0">
                <a:solidFill>
                  <a:schemeClr val="tx1"/>
                </a:solidFill>
              </a:rPr>
              <a:t>{FORMULA}</a:t>
            </a:r>
          </a:p>
        </p:txBody>
      </p:sp>
      <p:sp>
        <p:nvSpPr>
          <p:cNvPr id="5" name="Variables"/>
          <p:cNvSpPr txBox="1"/>
          <p:nvPr/>
        </p:nvSpPr>
        <p:spPr>
          <a:xfrm>
            <a:off x="736600" y="3810000"/>
            <a:ext cx="10718800" cy="241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6"/>
              </a:spcBef>
              <a:buFont typeface="Arial"/>
              <a:buChar char="•"/>
            </a:pPr>
            <a:r>
              <a:rPr lang="es-CL" sz="2000" dirty="0">
                <a:solidFill>
                  <a:schemeClr val="bg1"/>
                </a:solidFill>
              </a:rPr>
              <a:t>{VARIABLES}</a:t>
            </a:r>
          </a:p>
        </p:txBody>
      </p:sp>
    </p:spTree>
    <p:extLst>
      <p:ext uri="{BB962C8B-B14F-4D97-AF65-F5344CB8AC3E}">
        <p14:creationId xmlns:p14="http://schemas.microsoft.com/office/powerpoint/2010/main" val="929179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ódigo"/>
          <p:cNvSpPr/>
          <p:nvPr/>
        </p:nvSpPr>
        <p:spPr>
          <a:xfrm>
            <a:off x="736600" y="1422400"/>
            <a:ext cx="10718800" cy="4800600"/>
          </a:xfrm>
          <a:prstGeom prst="rect">
            <a:avLst/>
          </a:prstGeom>
          <a:solidFill>
            <a:schemeClr val="tx2"/>
          </a:solidFill>
          <a:ln w="9525">
            <a:solidFill>
              <a:schemeClr val="accent6"/>
            </a:solidFill>
          </a:ln>
        </p:spPr>
        <p:txBody>
          <a:bodyPr wrap="square" lIns="254000" tIns="203200" rIns="254000" bIns="2032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  <a:latin typeface="Consolas"/>
                <a:cs typeface="Consolas"/>
              </a:rPr>
              <a:t>{CODIGO}</a:t>
            </a:r>
          </a:p>
        </p:txBody>
      </p:sp>
    </p:spTree>
    <p:extLst>
      <p:ext uri="{BB962C8B-B14F-4D97-AF65-F5344CB8AC3E}">
        <p14:creationId xmlns:p14="http://schemas.microsoft.com/office/powerpoint/2010/main" val="37987149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ódigo A título"/>
          <p:cNvSpPr/>
          <p:nvPr/>
        </p:nvSpPr>
        <p:spPr>
          <a:xfrm>
            <a:off x="736600" y="1422400"/>
            <a:ext cx="5257800" cy="609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{CODIGO_A_TITULO}</a:t>
            </a:r>
          </a:p>
        </p:txBody>
      </p:sp>
      <p:sp>
        <p:nvSpPr>
          <p:cNvPr id="5" name="Código B título"/>
          <p:cNvSpPr/>
          <p:nvPr/>
        </p:nvSpPr>
        <p:spPr>
          <a:xfrm>
            <a:off x="6197600" y="1422400"/>
            <a:ext cx="5257800" cy="609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{CODIGO_B_TITULO}</a:t>
            </a:r>
          </a:p>
        </p:txBody>
      </p:sp>
      <p:sp>
        <p:nvSpPr>
          <p:cNvPr id="6" name="Código A"/>
          <p:cNvSpPr/>
          <p:nvPr/>
        </p:nvSpPr>
        <p:spPr>
          <a:xfrm>
            <a:off x="736600" y="2133600"/>
            <a:ext cx="5257800" cy="4089400"/>
          </a:xfrm>
          <a:prstGeom prst="rect">
            <a:avLst/>
          </a:prstGeom>
          <a:solidFill>
            <a:schemeClr val="tx2"/>
          </a:solidFill>
          <a:ln w="9525">
            <a:solidFill>
              <a:schemeClr val="accent6"/>
            </a:solidFill>
          </a:ln>
        </p:spPr>
        <p:txBody>
          <a:bodyPr wrap="square" lIns="177800" tIns="177800" rIns="177800" bIns="177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  <a:latin typeface="Consolas"/>
                <a:cs typeface="Consolas"/>
              </a:rPr>
              <a:t>{CODIGO_A}</a:t>
            </a:r>
          </a:p>
        </p:txBody>
      </p:sp>
      <p:sp>
        <p:nvSpPr>
          <p:cNvPr id="7" name="Código B"/>
          <p:cNvSpPr/>
          <p:nvPr/>
        </p:nvSpPr>
        <p:spPr>
          <a:xfrm>
            <a:off x="6197600" y="2133600"/>
            <a:ext cx="5257800" cy="4089400"/>
          </a:xfrm>
          <a:prstGeom prst="rect">
            <a:avLst/>
          </a:prstGeom>
          <a:solidFill>
            <a:schemeClr val="tx2"/>
          </a:solidFill>
          <a:ln w="9525">
            <a:solidFill>
              <a:schemeClr val="accent6"/>
            </a:solidFill>
          </a:ln>
        </p:spPr>
        <p:txBody>
          <a:bodyPr wrap="square" lIns="177800" tIns="177800" rIns="177800" bIns="177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600" dirty="0">
                <a:solidFill>
                  <a:schemeClr val="bg1"/>
                </a:solidFill>
                <a:latin typeface="Consolas"/>
                <a:cs typeface="Consolas"/>
              </a:rPr>
              <a:t>{CODIGO_B}</a:t>
            </a:r>
          </a:p>
        </p:txBody>
      </p:sp>
    </p:spTree>
    <p:extLst>
      <p:ext uri="{BB962C8B-B14F-4D97-AF65-F5344CB8AC3E}">
        <p14:creationId xmlns:p14="http://schemas.microsoft.com/office/powerpoint/2010/main" val="1772138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Barra error"/>
          <p:cNvSpPr/>
          <p:nvPr/>
        </p:nvSpPr>
        <p:spPr>
          <a:xfrm>
            <a:off x="736600" y="1422400"/>
            <a:ext cx="76200" cy="152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Error"/>
          <p:cNvSpPr txBox="1"/>
          <p:nvPr/>
        </p:nvSpPr>
        <p:spPr>
          <a:xfrm>
            <a:off x="1092200" y="1422400"/>
            <a:ext cx="103632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{ERROR}</a:t>
            </a:r>
          </a:p>
        </p:txBody>
      </p:sp>
      <p:sp>
        <p:nvSpPr>
          <p:cNvPr id="6" name="Barra correcto"/>
          <p:cNvSpPr/>
          <p:nvPr/>
        </p:nvSpPr>
        <p:spPr>
          <a:xfrm>
            <a:off x="736600" y="3175000"/>
            <a:ext cx="76200" cy="152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7" name="Correcto"/>
          <p:cNvSpPr txBox="1"/>
          <p:nvPr/>
        </p:nvSpPr>
        <p:spPr>
          <a:xfrm>
            <a:off x="1092200" y="3175000"/>
            <a:ext cx="103632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{CORRECTO}</a:t>
            </a:r>
          </a:p>
        </p:txBody>
      </p:sp>
      <p:sp>
        <p:nvSpPr>
          <p:cNvPr id="8" name="Por qué"/>
          <p:cNvSpPr/>
          <p:nvPr/>
        </p:nvSpPr>
        <p:spPr>
          <a:xfrm>
            <a:off x="736600" y="4927600"/>
            <a:ext cx="10718800" cy="1295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54000" tIns="127000" rIns="254000" bIns="1270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{POR_QUE}</a:t>
            </a:r>
          </a:p>
        </p:txBody>
      </p:sp>
    </p:spTree>
    <p:extLst>
      <p:ext uri="{BB962C8B-B14F-4D97-AF65-F5344CB8AC3E}">
        <p14:creationId xmlns:p14="http://schemas.microsoft.com/office/powerpoint/2010/main" val="27279970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cxnSp>
        <p:nvCxnSpPr>
          <p:cNvPr id="4" name="Regla 1"/>
          <p:cNvCxnSpPr/>
          <p:nvPr/>
        </p:nvCxnSpPr>
        <p:spPr>
          <a:xfrm>
            <a:off x="736600" y="1549400"/>
            <a:ext cx="34290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5" name="Cifra 1"/>
          <p:cNvSpPr txBox="1"/>
          <p:nvPr/>
        </p:nvSpPr>
        <p:spPr>
          <a:xfrm>
            <a:off x="736600" y="1676400"/>
            <a:ext cx="3429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4000" b="1" dirty="0">
                <a:solidFill>
                  <a:schemeClr val="bg1"/>
                </a:solidFill>
              </a:rPr>
              <a:t>{DATO_1}</a:t>
            </a:r>
          </a:p>
        </p:txBody>
      </p:sp>
      <p:sp>
        <p:nvSpPr>
          <p:cNvPr id="6" name="Descripción 1"/>
          <p:cNvSpPr txBox="1"/>
          <p:nvPr/>
        </p:nvSpPr>
        <p:spPr>
          <a:xfrm>
            <a:off x="736600" y="3175000"/>
            <a:ext cx="3429000" cy="215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{DESCRIPCION_1}</a:t>
            </a:r>
          </a:p>
        </p:txBody>
      </p:sp>
      <p:cxnSp>
        <p:nvCxnSpPr>
          <p:cNvPr id="7" name="Regla 2"/>
          <p:cNvCxnSpPr/>
          <p:nvPr/>
        </p:nvCxnSpPr>
        <p:spPr>
          <a:xfrm>
            <a:off x="4381500" y="1549400"/>
            <a:ext cx="34290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8" name="Cifra 2"/>
          <p:cNvSpPr txBox="1"/>
          <p:nvPr/>
        </p:nvSpPr>
        <p:spPr>
          <a:xfrm>
            <a:off x="4381500" y="1676400"/>
            <a:ext cx="3429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4000" b="1" dirty="0">
                <a:solidFill>
                  <a:schemeClr val="bg1"/>
                </a:solidFill>
              </a:rPr>
              <a:t>{DATO_2}</a:t>
            </a:r>
          </a:p>
        </p:txBody>
      </p:sp>
      <p:sp>
        <p:nvSpPr>
          <p:cNvPr id="9" name="Descripción 2"/>
          <p:cNvSpPr txBox="1"/>
          <p:nvPr/>
        </p:nvSpPr>
        <p:spPr>
          <a:xfrm>
            <a:off x="4381500" y="3175000"/>
            <a:ext cx="3429000" cy="215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{DESCRIPCION_2}</a:t>
            </a:r>
          </a:p>
        </p:txBody>
      </p:sp>
      <p:cxnSp>
        <p:nvCxnSpPr>
          <p:cNvPr id="10" name="Regla 3"/>
          <p:cNvCxnSpPr/>
          <p:nvPr/>
        </p:nvCxnSpPr>
        <p:spPr>
          <a:xfrm>
            <a:off x="8026400" y="1549400"/>
            <a:ext cx="3429000" cy="0"/>
          </a:xfrm>
          <a:prstGeom prst="line">
            <a:avLst/>
          </a:prstGeom>
          <a:ln w="19050">
            <a:solidFill>
              <a:schemeClr val="bg1"/>
            </a:solidFill>
          </a:ln>
        </p:spPr>
      </p:cxnSp>
      <p:sp>
        <p:nvSpPr>
          <p:cNvPr id="11" name="Cifra 3"/>
          <p:cNvSpPr txBox="1"/>
          <p:nvPr/>
        </p:nvSpPr>
        <p:spPr>
          <a:xfrm>
            <a:off x="8026400" y="1676400"/>
            <a:ext cx="3429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4000" b="1" dirty="0">
                <a:solidFill>
                  <a:schemeClr val="bg1"/>
                </a:solidFill>
              </a:rPr>
              <a:t>{DATO_3}</a:t>
            </a:r>
          </a:p>
        </p:txBody>
      </p:sp>
      <p:sp>
        <p:nvSpPr>
          <p:cNvPr id="12" name="Descripción 3"/>
          <p:cNvSpPr txBox="1"/>
          <p:nvPr/>
        </p:nvSpPr>
        <p:spPr>
          <a:xfrm>
            <a:off x="8026400" y="3175000"/>
            <a:ext cx="3429000" cy="2159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{DESCRIPCION_3}</a:t>
            </a:r>
          </a:p>
        </p:txBody>
      </p:sp>
      <p:sp>
        <p:nvSpPr>
          <p:cNvPr id="13" name="Fuente"/>
          <p:cNvSpPr txBox="1"/>
          <p:nvPr/>
        </p:nvSpPr>
        <p:spPr>
          <a:xfrm>
            <a:off x="736600" y="5664200"/>
            <a:ext cx="10718800" cy="558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400" dirty="0">
                <a:solidFill>
                  <a:schemeClr val="bg2"/>
                </a:solidFill>
              </a:rPr>
              <a:t>{FUENTE}</a:t>
            </a:r>
          </a:p>
        </p:txBody>
      </p:sp>
    </p:spTree>
    <p:extLst>
      <p:ext uri="{BB962C8B-B14F-4D97-AF65-F5344CB8AC3E}">
        <p14:creationId xmlns:p14="http://schemas.microsoft.com/office/powerpoint/2010/main" val="11397240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Ficha 1"/>
          <p:cNvSpPr/>
          <p:nvPr/>
        </p:nvSpPr>
        <p:spPr>
          <a:xfrm>
            <a:off x="736600" y="1422400"/>
            <a:ext cx="25273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Cifra 1"/>
          <p:cNvSpPr txBox="1"/>
          <p:nvPr/>
        </p:nvSpPr>
        <p:spPr>
          <a:xfrm>
            <a:off x="736600" y="1676400"/>
            <a:ext cx="2527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600" b="1" dirty="0">
                <a:solidFill>
                  <a:schemeClr val="bg1"/>
                </a:solidFill>
              </a:rPr>
              <a:t>{DATO_1}</a:t>
            </a:r>
          </a:p>
        </p:txBody>
      </p:sp>
      <p:sp>
        <p:nvSpPr>
          <p:cNvPr id="6" name="Etiqueta 1"/>
          <p:cNvSpPr txBox="1"/>
          <p:nvPr/>
        </p:nvSpPr>
        <p:spPr>
          <a:xfrm>
            <a:off x="736600" y="3200400"/>
            <a:ext cx="2527300" cy="2921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{ETIQUETA_1}</a:t>
            </a:r>
          </a:p>
        </p:txBody>
      </p:sp>
      <p:sp>
        <p:nvSpPr>
          <p:cNvPr id="7" name="Ficha 2"/>
          <p:cNvSpPr/>
          <p:nvPr/>
        </p:nvSpPr>
        <p:spPr>
          <a:xfrm>
            <a:off x="3467100" y="1422400"/>
            <a:ext cx="25273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8" name="Cifra 2"/>
          <p:cNvSpPr txBox="1"/>
          <p:nvPr/>
        </p:nvSpPr>
        <p:spPr>
          <a:xfrm>
            <a:off x="3467100" y="1676400"/>
            <a:ext cx="2527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600" b="1" dirty="0">
                <a:solidFill>
                  <a:schemeClr val="bg1"/>
                </a:solidFill>
              </a:rPr>
              <a:t>{DATO_2}</a:t>
            </a:r>
          </a:p>
        </p:txBody>
      </p:sp>
      <p:sp>
        <p:nvSpPr>
          <p:cNvPr id="9" name="Etiqueta 2"/>
          <p:cNvSpPr txBox="1"/>
          <p:nvPr/>
        </p:nvSpPr>
        <p:spPr>
          <a:xfrm>
            <a:off x="3467100" y="3200400"/>
            <a:ext cx="2527300" cy="2921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{ETIQUETA_2}</a:t>
            </a:r>
          </a:p>
        </p:txBody>
      </p:sp>
      <p:sp>
        <p:nvSpPr>
          <p:cNvPr id="10" name="Ficha 3"/>
          <p:cNvSpPr/>
          <p:nvPr/>
        </p:nvSpPr>
        <p:spPr>
          <a:xfrm>
            <a:off x="6197600" y="1422400"/>
            <a:ext cx="25273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1" name="Cifra 3"/>
          <p:cNvSpPr txBox="1"/>
          <p:nvPr/>
        </p:nvSpPr>
        <p:spPr>
          <a:xfrm>
            <a:off x="6197600" y="1676400"/>
            <a:ext cx="2527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600" b="1" dirty="0">
                <a:solidFill>
                  <a:schemeClr val="bg1"/>
                </a:solidFill>
              </a:rPr>
              <a:t>{DATO_3}</a:t>
            </a:r>
          </a:p>
        </p:txBody>
      </p:sp>
      <p:sp>
        <p:nvSpPr>
          <p:cNvPr id="12" name="Etiqueta 3"/>
          <p:cNvSpPr txBox="1"/>
          <p:nvPr/>
        </p:nvSpPr>
        <p:spPr>
          <a:xfrm>
            <a:off x="6197600" y="3200400"/>
            <a:ext cx="2527300" cy="2921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{ETIQUETA_3}</a:t>
            </a:r>
          </a:p>
        </p:txBody>
      </p:sp>
      <p:sp>
        <p:nvSpPr>
          <p:cNvPr id="13" name="Ficha 4"/>
          <p:cNvSpPr/>
          <p:nvPr/>
        </p:nvSpPr>
        <p:spPr>
          <a:xfrm>
            <a:off x="8928100" y="1422400"/>
            <a:ext cx="2527300" cy="4800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4" name="Cifra 4"/>
          <p:cNvSpPr txBox="1"/>
          <p:nvPr/>
        </p:nvSpPr>
        <p:spPr>
          <a:xfrm>
            <a:off x="8928100" y="1676400"/>
            <a:ext cx="2527300" cy="1397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600" b="1" dirty="0">
                <a:solidFill>
                  <a:schemeClr val="bg1"/>
                </a:solidFill>
              </a:rPr>
              <a:t>{DATO_4}</a:t>
            </a:r>
          </a:p>
        </p:txBody>
      </p:sp>
      <p:sp>
        <p:nvSpPr>
          <p:cNvPr id="15" name="Etiqueta 4"/>
          <p:cNvSpPr txBox="1"/>
          <p:nvPr/>
        </p:nvSpPr>
        <p:spPr>
          <a:xfrm>
            <a:off x="8928100" y="3200400"/>
            <a:ext cx="2527300" cy="29210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50800" rIns="1778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{ETIQUETA_4}</a:t>
            </a:r>
          </a:p>
        </p:txBody>
      </p:sp>
    </p:spTree>
    <p:extLst>
      <p:ext uri="{BB962C8B-B14F-4D97-AF65-F5344CB8AC3E}">
        <p14:creationId xmlns:p14="http://schemas.microsoft.com/office/powerpoint/2010/main" val="22585737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Ficha 1"/>
          <p:cNvSpPr/>
          <p:nvPr/>
        </p:nvSpPr>
        <p:spPr>
          <a:xfrm>
            <a:off x="736600" y="1422400"/>
            <a:ext cx="52578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Título bloque 1"/>
          <p:cNvSpPr txBox="1"/>
          <p:nvPr/>
        </p:nvSpPr>
        <p:spPr>
          <a:xfrm>
            <a:off x="736600" y="1524000"/>
            <a:ext cx="5257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{BLOQUE_1_TITULO}</a:t>
            </a:r>
          </a:p>
        </p:txBody>
      </p:sp>
      <p:sp>
        <p:nvSpPr>
          <p:cNvPr id="6" name="Bloque 1"/>
          <p:cNvSpPr txBox="1"/>
          <p:nvPr/>
        </p:nvSpPr>
        <p:spPr>
          <a:xfrm>
            <a:off x="736600" y="2159000"/>
            <a:ext cx="5257800" cy="15240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508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{BLOQUE_1}</a:t>
            </a:r>
          </a:p>
        </p:txBody>
      </p:sp>
      <p:sp>
        <p:nvSpPr>
          <p:cNvPr id="7" name="Ficha 2"/>
          <p:cNvSpPr/>
          <p:nvPr/>
        </p:nvSpPr>
        <p:spPr>
          <a:xfrm>
            <a:off x="6197600" y="1422400"/>
            <a:ext cx="52578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8" name="Título bloque 2"/>
          <p:cNvSpPr txBox="1"/>
          <p:nvPr/>
        </p:nvSpPr>
        <p:spPr>
          <a:xfrm>
            <a:off x="6197600" y="1524000"/>
            <a:ext cx="5257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{BLOQUE_2_TITULO}</a:t>
            </a:r>
          </a:p>
        </p:txBody>
      </p:sp>
      <p:sp>
        <p:nvSpPr>
          <p:cNvPr id="9" name="Bloque 2"/>
          <p:cNvSpPr txBox="1"/>
          <p:nvPr/>
        </p:nvSpPr>
        <p:spPr>
          <a:xfrm>
            <a:off x="6197600" y="2159000"/>
            <a:ext cx="5257800" cy="15240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508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{BLOQUE_2}</a:t>
            </a:r>
          </a:p>
        </p:txBody>
      </p:sp>
      <p:sp>
        <p:nvSpPr>
          <p:cNvPr id="10" name="Ficha 3"/>
          <p:cNvSpPr/>
          <p:nvPr/>
        </p:nvSpPr>
        <p:spPr>
          <a:xfrm>
            <a:off x="736600" y="3898900"/>
            <a:ext cx="52578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1" name="Título bloque 3"/>
          <p:cNvSpPr txBox="1"/>
          <p:nvPr/>
        </p:nvSpPr>
        <p:spPr>
          <a:xfrm>
            <a:off x="736600" y="4000500"/>
            <a:ext cx="5257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{BLOQUE_3_TITULO}</a:t>
            </a:r>
          </a:p>
        </p:txBody>
      </p:sp>
      <p:sp>
        <p:nvSpPr>
          <p:cNvPr id="12" name="Bloque 3"/>
          <p:cNvSpPr txBox="1"/>
          <p:nvPr/>
        </p:nvSpPr>
        <p:spPr>
          <a:xfrm>
            <a:off x="736600" y="4635500"/>
            <a:ext cx="5257800" cy="15240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508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{BLOQUE_3}</a:t>
            </a:r>
          </a:p>
        </p:txBody>
      </p:sp>
      <p:sp>
        <p:nvSpPr>
          <p:cNvPr id="13" name="Ficha 4"/>
          <p:cNvSpPr/>
          <p:nvPr/>
        </p:nvSpPr>
        <p:spPr>
          <a:xfrm>
            <a:off x="6197600" y="3898900"/>
            <a:ext cx="5257800" cy="2324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14" name="Título bloque 4"/>
          <p:cNvSpPr txBox="1"/>
          <p:nvPr/>
        </p:nvSpPr>
        <p:spPr>
          <a:xfrm>
            <a:off x="6197600" y="4000500"/>
            <a:ext cx="5257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762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b="1" dirty="0">
                <a:solidFill>
                  <a:schemeClr val="bg1"/>
                </a:solidFill>
              </a:rPr>
              <a:t>{BLOQUE_4_TITULO}</a:t>
            </a:r>
          </a:p>
        </p:txBody>
      </p:sp>
      <p:sp>
        <p:nvSpPr>
          <p:cNvPr id="15" name="Bloque 4"/>
          <p:cNvSpPr txBox="1"/>
          <p:nvPr/>
        </p:nvSpPr>
        <p:spPr>
          <a:xfrm>
            <a:off x="6197600" y="4635500"/>
            <a:ext cx="5257800" cy="1524000"/>
          </a:xfrm>
          <a:prstGeom prst="rect">
            <a:avLst/>
          </a:prstGeom>
          <a:noFill/>
          <a:ln>
            <a:noFill/>
          </a:ln>
        </p:spPr>
        <p:txBody>
          <a:bodyPr wrap="square" lIns="203200" tIns="50800" rIns="203200" bIns="508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dirty="0">
                <a:solidFill>
                  <a:schemeClr val="bg1"/>
                </a:solidFill>
              </a:rPr>
              <a:t>{BLOQUE_4}</a:t>
            </a:r>
          </a:p>
        </p:txBody>
      </p:sp>
    </p:spTree>
    <p:extLst>
      <p:ext uri="{BB962C8B-B14F-4D97-AF65-F5344CB8AC3E}">
        <p14:creationId xmlns:p14="http://schemas.microsoft.com/office/powerpoint/2010/main" val="131455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Tema"/>
          <p:cNvSpPr/>
          <p:nvPr/>
        </p:nvSpPr>
        <p:spPr>
          <a:xfrm>
            <a:off x="736600" y="1422400"/>
            <a:ext cx="10718800" cy="127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</a:rPr>
              <a:t>{TEMA}</a:t>
            </a:r>
          </a:p>
        </p:txBody>
      </p:sp>
      <p:sp>
        <p:nvSpPr>
          <p:cNvPr id="5" name="Postura A"/>
          <p:cNvSpPr/>
          <p:nvPr/>
        </p:nvSpPr>
        <p:spPr>
          <a:xfrm>
            <a:off x="736600" y="2895600"/>
            <a:ext cx="5257800" cy="332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28600" tIns="203200" rIns="228600" bIns="1524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{POSTURA_A}</a:t>
            </a:r>
          </a:p>
        </p:txBody>
      </p:sp>
      <p:sp>
        <p:nvSpPr>
          <p:cNvPr id="6" name="Postura B"/>
          <p:cNvSpPr/>
          <p:nvPr/>
        </p:nvSpPr>
        <p:spPr>
          <a:xfrm>
            <a:off x="6197600" y="2895600"/>
            <a:ext cx="5257800" cy="332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28600" tIns="203200" rIns="228600" bIns="15240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{POSTURA_B}</a:t>
            </a:r>
          </a:p>
        </p:txBody>
      </p:sp>
    </p:spTree>
    <p:extLst>
      <p:ext uri="{BB962C8B-B14F-4D97-AF65-F5344CB8AC3E}">
        <p14:creationId xmlns:p14="http://schemas.microsoft.com/office/powerpoint/2010/main" val="4613077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onsigna"/>
          <p:cNvSpPr txBox="1"/>
          <p:nvPr/>
        </p:nvSpPr>
        <p:spPr>
          <a:xfrm>
            <a:off x="736600" y="1422400"/>
            <a:ext cx="68580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1"/>
                </a:solidFill>
              </a:rPr>
              <a:t>{CONSIGNA}</a:t>
            </a:r>
          </a:p>
        </p:txBody>
      </p:sp>
      <p:sp>
        <p:nvSpPr>
          <p:cNvPr id="5" name="Tiempo"/>
          <p:cNvSpPr/>
          <p:nvPr/>
        </p:nvSpPr>
        <p:spPr>
          <a:xfrm>
            <a:off x="7950200" y="1422400"/>
            <a:ext cx="3505200" cy="127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</a:rPr>
              <a:t>{TIEMPO}</a:t>
            </a:r>
          </a:p>
        </p:txBody>
      </p:sp>
      <p:sp>
        <p:nvSpPr>
          <p:cNvPr id="6" name="Roles"/>
          <p:cNvSpPr/>
          <p:nvPr/>
        </p:nvSpPr>
        <p:spPr>
          <a:xfrm>
            <a:off x="7950200" y="2895600"/>
            <a:ext cx="3505200" cy="3327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77800" rIns="203200" bIns="12700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0"/>
              </a:spcBef>
              <a:buFont typeface="Arial"/>
              <a:buChar char="•"/>
            </a:pPr>
            <a:r>
              <a:rPr lang="es-CL" sz="1800" dirty="0">
                <a:solidFill>
                  <a:schemeClr val="bg1"/>
                </a:solidFill>
              </a:rPr>
              <a:t>{ROLES}</a:t>
            </a:r>
          </a:p>
        </p:txBody>
      </p:sp>
    </p:spTree>
    <p:extLst>
      <p:ext uri="{BB962C8B-B14F-4D97-AF65-F5344CB8AC3E}">
        <p14:creationId xmlns:p14="http://schemas.microsoft.com/office/powerpoint/2010/main" val="21974881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Círculo A"/>
          <p:cNvSpPr/>
          <p:nvPr/>
        </p:nvSpPr>
        <p:spPr>
          <a:xfrm>
            <a:off x="1270000" y="1549400"/>
            <a:ext cx="5842000" cy="4572000"/>
          </a:xfrm>
          <a:prstGeom prst="ellipse">
            <a:avLst/>
          </a:prstGeom>
          <a:noFill/>
          <a:ln w="3175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5" name="Círculo B"/>
          <p:cNvSpPr/>
          <p:nvPr/>
        </p:nvSpPr>
        <p:spPr>
          <a:xfrm>
            <a:off x="5080000" y="1549400"/>
            <a:ext cx="5842000" cy="4572000"/>
          </a:xfrm>
          <a:prstGeom prst="ellipse">
            <a:avLst/>
          </a:prstGeom>
          <a:noFill/>
          <a:ln w="31750">
            <a:solidFill>
              <a:schemeClr val="bg1"/>
            </a:solidFill>
          </a:ln>
        </p:spPr>
        <p:txBody>
          <a:bodyPr/>
          <a:lstStyle/>
          <a:p>
            <a:endParaRPr lang="es-CL"/>
          </a:p>
        </p:txBody>
      </p:sp>
      <p:sp>
        <p:nvSpPr>
          <p:cNvPr id="6" name="Conjunto A"/>
          <p:cNvSpPr txBox="1"/>
          <p:nvPr/>
        </p:nvSpPr>
        <p:spPr>
          <a:xfrm>
            <a:off x="1587500" y="33274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{CONJUNTO_A}</a:t>
            </a:r>
          </a:p>
        </p:txBody>
      </p:sp>
      <p:sp>
        <p:nvSpPr>
          <p:cNvPr id="7" name="Común"/>
          <p:cNvSpPr txBox="1"/>
          <p:nvPr/>
        </p:nvSpPr>
        <p:spPr>
          <a:xfrm>
            <a:off x="5207000" y="3327400"/>
            <a:ext cx="1778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1800" b="1" dirty="0">
                <a:solidFill>
                  <a:schemeClr val="bg1"/>
                </a:solidFill>
              </a:rPr>
              <a:t>{COMUN}</a:t>
            </a:r>
          </a:p>
        </p:txBody>
      </p:sp>
      <p:sp>
        <p:nvSpPr>
          <p:cNvPr id="8" name="Conjunto B"/>
          <p:cNvSpPr txBox="1"/>
          <p:nvPr/>
        </p:nvSpPr>
        <p:spPr>
          <a:xfrm>
            <a:off x="7302500" y="3327400"/>
            <a:ext cx="3302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{CONJUNTO_B}</a:t>
            </a:r>
          </a:p>
        </p:txBody>
      </p:sp>
    </p:spTree>
    <p:extLst>
      <p:ext uri="{BB962C8B-B14F-4D97-AF65-F5344CB8AC3E}">
        <p14:creationId xmlns:p14="http://schemas.microsoft.com/office/powerpoint/2010/main" val="9571832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Pregunta"/>
          <p:cNvSpPr txBox="1"/>
          <p:nvPr/>
        </p:nvSpPr>
        <p:spPr>
          <a:xfrm>
            <a:off x="736600" y="1422400"/>
            <a:ext cx="10718800" cy="1397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600" b="1" dirty="0">
                <a:solidFill>
                  <a:schemeClr val="bg1"/>
                </a:solidFill>
              </a:rPr>
              <a:t>{PREGUNTA}</a:t>
            </a:r>
          </a:p>
        </p:txBody>
      </p:sp>
      <p:sp>
        <p:nvSpPr>
          <p:cNvPr id="5" name="Opción A"/>
          <p:cNvSpPr/>
          <p:nvPr/>
        </p:nvSpPr>
        <p:spPr>
          <a:xfrm>
            <a:off x="736600" y="3022600"/>
            <a:ext cx="5257800" cy="1524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{OPCION_A}</a:t>
            </a:r>
          </a:p>
        </p:txBody>
      </p:sp>
      <p:sp>
        <p:nvSpPr>
          <p:cNvPr id="6" name="Opción B"/>
          <p:cNvSpPr/>
          <p:nvPr/>
        </p:nvSpPr>
        <p:spPr>
          <a:xfrm>
            <a:off x="6197600" y="3022600"/>
            <a:ext cx="5257800" cy="1524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{OPCION_B}</a:t>
            </a:r>
          </a:p>
        </p:txBody>
      </p:sp>
      <p:sp>
        <p:nvSpPr>
          <p:cNvPr id="7" name="Opción C"/>
          <p:cNvSpPr/>
          <p:nvPr/>
        </p:nvSpPr>
        <p:spPr>
          <a:xfrm>
            <a:off x="736600" y="4699000"/>
            <a:ext cx="5257800" cy="1524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{OPCION_C}</a:t>
            </a:r>
          </a:p>
        </p:txBody>
      </p:sp>
      <p:sp>
        <p:nvSpPr>
          <p:cNvPr id="8" name="Opción D"/>
          <p:cNvSpPr/>
          <p:nvPr/>
        </p:nvSpPr>
        <p:spPr>
          <a:xfrm>
            <a:off x="6197600" y="4699000"/>
            <a:ext cx="5257800" cy="1524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203200" tIns="101600" rIns="203200" bIns="101600" rtlCol="0" anchor="ctr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000" dirty="0">
                <a:solidFill>
                  <a:schemeClr val="bg1"/>
                </a:solidFill>
              </a:rPr>
              <a:t>{OPCION_D}</a:t>
            </a:r>
          </a:p>
        </p:txBody>
      </p:sp>
    </p:spTree>
    <p:extLst>
      <p:ext uri="{BB962C8B-B14F-4D97-AF65-F5344CB8AC3E}">
        <p14:creationId xmlns:p14="http://schemas.microsoft.com/office/powerpoint/2010/main" val="334652105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Lista A"/>
          <p:cNvSpPr txBox="1"/>
          <p:nvPr/>
        </p:nvSpPr>
        <p:spPr>
          <a:xfrm>
            <a:off x="736600" y="1422400"/>
            <a:ext cx="52324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12"/>
              </a:spcBef>
              <a:buFont typeface="Wingdings"/>
              <a:buChar char="o"/>
            </a:pPr>
            <a:r>
              <a:rPr lang="es-CL" sz="2200" dirty="0">
                <a:solidFill>
                  <a:schemeClr val="bg1"/>
                </a:solidFill>
              </a:rPr>
              <a:t>{LISTA_A}</a:t>
            </a:r>
          </a:p>
        </p:txBody>
      </p:sp>
      <p:sp>
        <p:nvSpPr>
          <p:cNvPr id="5" name="Lista B"/>
          <p:cNvSpPr txBox="1"/>
          <p:nvPr/>
        </p:nvSpPr>
        <p:spPr>
          <a:xfrm>
            <a:off x="6223000" y="1422400"/>
            <a:ext cx="52324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 algn="l">
              <a:lnSpc>
                <a:spcPct val="90000"/>
              </a:lnSpc>
              <a:spcBef>
                <a:spcPts val="12"/>
              </a:spcBef>
              <a:buFont typeface="Wingdings"/>
              <a:buChar char="o"/>
            </a:pPr>
            <a:r>
              <a:rPr lang="es-CL" sz="2200" dirty="0">
                <a:solidFill>
                  <a:schemeClr val="bg1"/>
                </a:solidFill>
              </a:rPr>
              <a:t>{LISTA_B}</a:t>
            </a:r>
          </a:p>
        </p:txBody>
      </p:sp>
    </p:spTree>
    <p:extLst>
      <p:ext uri="{BB962C8B-B14F-4D97-AF65-F5344CB8AC3E}">
        <p14:creationId xmlns:p14="http://schemas.microsoft.com/office/powerpoint/2010/main" val="42484370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Barra"/>
          <p:cNvSpPr/>
          <p:nvPr/>
        </p:nvSpPr>
        <p:spPr>
          <a:xfrm>
            <a:off x="736600" y="1905000"/>
            <a:ext cx="76200" cy="304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CL"/>
          </a:p>
        </p:txBody>
      </p:sp>
      <p:sp>
        <p:nvSpPr>
          <p:cNvPr id="5" name="Sección"/>
          <p:cNvSpPr txBox="1"/>
          <p:nvPr/>
        </p:nvSpPr>
        <p:spPr>
          <a:xfrm>
            <a:off x="1092200" y="1905000"/>
            <a:ext cx="10363200" cy="1778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4800" b="1" dirty="0">
                <a:solidFill>
                  <a:schemeClr val="bg1"/>
                </a:solidFill>
              </a:rPr>
              <a:t>{SECCION}</a:t>
            </a:r>
          </a:p>
        </p:txBody>
      </p:sp>
      <p:sp>
        <p:nvSpPr>
          <p:cNvPr id="6" name="Descripción"/>
          <p:cNvSpPr txBox="1"/>
          <p:nvPr/>
        </p:nvSpPr>
        <p:spPr>
          <a:xfrm>
            <a:off x="1092200" y="3886200"/>
            <a:ext cx="10363200" cy="1066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200" dirty="0">
                <a:solidFill>
                  <a:schemeClr val="bg2"/>
                </a:solidFill>
              </a:rPr>
              <a:t>{DESCRIPCION}</a:t>
            </a:r>
          </a:p>
        </p:txBody>
      </p:sp>
    </p:spTree>
    <p:extLst>
      <p:ext uri="{BB962C8B-B14F-4D97-AF65-F5344CB8AC3E}">
        <p14:creationId xmlns:p14="http://schemas.microsoft.com/office/powerpoint/2010/main" val="37173314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body" sz="quarter" idx="10"/>
          </p:nvPr>
        </p:nvSpPr>
        <p:spPr>
          <a:xfrm>
            <a:off x="736600" y="381000"/>
            <a:ext cx="9550400" cy="863600"/>
          </a:xfrm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b="1" dirty="0">
                <a:solidFill>
                  <a:schemeClr val="bg1"/>
                </a:solidFill>
                <a:latin typeface="+mn-lt"/>
                <a:cs typeface="+mn-lt"/>
              </a:rPr>
              <a:t>{TITULO}</a:t>
            </a:r>
          </a:p>
        </p:txBody>
      </p:sp>
      <p:cxnSp>
        <p:nvCxnSpPr>
          <p:cNvPr id="3" name="Pie"/>
          <p:cNvCxnSpPr/>
          <p:nvPr/>
        </p:nvCxnSpPr>
        <p:spPr>
          <a:xfrm>
            <a:off x="736600" y="6400800"/>
            <a:ext cx="1071880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4" name="Duración"/>
          <p:cNvSpPr txBox="1"/>
          <p:nvPr/>
        </p:nvSpPr>
        <p:spPr>
          <a:xfrm>
            <a:off x="736600" y="1778000"/>
            <a:ext cx="10718800" cy="254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6600" b="1" dirty="0">
                <a:solidFill>
                  <a:schemeClr val="bg1"/>
                </a:solidFill>
              </a:rPr>
              <a:t>{DURACION}</a:t>
            </a:r>
          </a:p>
        </p:txBody>
      </p:sp>
      <p:sp>
        <p:nvSpPr>
          <p:cNvPr id="5" name="Mensaje"/>
          <p:cNvSpPr txBox="1"/>
          <p:nvPr/>
        </p:nvSpPr>
        <p:spPr>
          <a:xfrm>
            <a:off x="736600" y="4445000"/>
            <a:ext cx="10718800" cy="1524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None/>
            </a:pPr>
            <a:r>
              <a:rPr lang="es-CL" sz="2400" dirty="0">
                <a:solidFill>
                  <a:schemeClr val="bg1"/>
                </a:solidFill>
              </a:rPr>
              <a:t>{MENSAJE}</a:t>
            </a:r>
          </a:p>
        </p:txBody>
      </p:sp>
    </p:spTree>
    <p:extLst>
      <p:ext uri="{BB962C8B-B14F-4D97-AF65-F5344CB8AC3E}">
        <p14:creationId xmlns:p14="http://schemas.microsoft.com/office/powerpoint/2010/main" val="21990303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618045"/>
      </p:ext>
    </p:extLst>
  </p:cSld>
  <p:clrMapOvr>
    <a:masterClrMapping/>
  </p:clrMapOvr>
</p:sld>
</file>

<file path=ppt/theme/theme1.xml><?xml version="1.0" encoding="utf-8"?>
<a:theme xmlns:a="http://schemas.openxmlformats.org/drawingml/2006/main" name="AIEP VcM">
  <a:themeElements>
    <a:clrScheme name="AIEP">
      <a:dk1>
        <a:srgbClr val="182844"/>
      </a:dk1>
      <a:lt1>
        <a:sysClr val="window" lastClr="FFFFFF"/>
      </a:lt1>
      <a:dk2>
        <a:srgbClr val="0E2841"/>
      </a:dk2>
      <a:lt2>
        <a:srgbClr val="E8E8E8"/>
      </a:lt2>
      <a:accent1>
        <a:srgbClr val="102A8A"/>
      </a:accent1>
      <a:accent2>
        <a:srgbClr val="0065DC"/>
      </a:accent2>
      <a:accent3>
        <a:srgbClr val="AA0000"/>
      </a:accent3>
      <a:accent4>
        <a:srgbClr val="BB3128"/>
      </a:accent4>
      <a:accent5>
        <a:srgbClr val="182844"/>
      </a:accent5>
      <a:accent6>
        <a:srgbClr val="BFBFBF"/>
      </a:accent6>
      <a:hlink>
        <a:srgbClr val="0065DC"/>
      </a:hlink>
      <a:folHlink>
        <a:srgbClr val="BB3128"/>
      </a:folHlink>
    </a:clrScheme>
    <a:fontScheme name="AIEP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CADA55-DDD6-4191-B326-98FD485C0CD5}">
  <we:reference id="wa200010725" version="1.0.0.1" store="es-ES" storeType="OMEX"/>
  <we:alternateReferences>
    <we:reference id="wa200010725" version="1.0.0.1" store="" storeType="OMEX"/>
  </we:alternateReferences>
  <we:properties>
    <we:property name="claude.fileId" value="&quot;62fcc4dc-95db-4d62-996d-4322670a1b5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807</TotalTime>
  <Words>6416</Words>
  <Application>Microsoft Office PowerPoint</Application>
  <PresentationFormat>Panorámica</PresentationFormat>
  <Paragraphs>908</Paragraphs>
  <Slides>75</Slides>
  <Notes>75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75</vt:i4>
      </vt:variant>
    </vt:vector>
  </HeadingPairs>
  <TitlesOfParts>
    <vt:vector size="82" baseType="lpstr">
      <vt:lpstr>Aptos</vt:lpstr>
      <vt:lpstr>Arial</vt:lpstr>
      <vt:lpstr>Consolas</vt:lpstr>
      <vt:lpstr>Vedana</vt:lpstr>
      <vt:lpstr>Verdana</vt:lpstr>
      <vt:lpstr>Wingdings</vt:lpstr>
      <vt:lpstr>AIEP VcM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christian.vargas@aiep.cl</dc:creator>
  <cp:lastModifiedBy>Andy Hormazabal Budin</cp:lastModifiedBy>
  <cp:revision>16</cp:revision>
  <dcterms:created xsi:type="dcterms:W3CDTF">2025-09-22T20:50:33Z</dcterms:created>
  <dcterms:modified xsi:type="dcterms:W3CDTF">2026-09-30T05:36:08Z</dcterms:modified>
</cp:coreProperties>
</file>